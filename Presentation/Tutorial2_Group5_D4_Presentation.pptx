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76" r:id="rId5"/>
    <p:sldMasterId id="2147483706" r:id="rId6"/>
  </p:sldMasterIdLst>
  <p:notesMasterIdLst>
    <p:notesMasterId r:id="rId23"/>
  </p:notesMasterIdLst>
  <p:handoutMasterIdLst>
    <p:handoutMasterId r:id="rId24"/>
  </p:handoutMasterIdLst>
  <p:sldIdLst>
    <p:sldId id="356" r:id="rId7"/>
    <p:sldId id="400" r:id="rId8"/>
    <p:sldId id="388" r:id="rId9"/>
    <p:sldId id="401" r:id="rId10"/>
    <p:sldId id="387" r:id="rId11"/>
    <p:sldId id="402" r:id="rId12"/>
    <p:sldId id="397" r:id="rId13"/>
    <p:sldId id="395" r:id="rId14"/>
    <p:sldId id="403" r:id="rId15"/>
    <p:sldId id="407" r:id="rId16"/>
    <p:sldId id="404" r:id="rId17"/>
    <p:sldId id="405" r:id="rId18"/>
    <p:sldId id="406" r:id="rId19"/>
    <p:sldId id="385" r:id="rId20"/>
    <p:sldId id="398" r:id="rId21"/>
    <p:sldId id="286" r:id="rId22"/>
  </p:sldIdLst>
  <p:sldSz cx="20318413" cy="11430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3489"/>
    <a:srgbClr val="4D4D4D"/>
    <a:srgbClr val="1D9E75"/>
    <a:srgbClr val="FFFFFF"/>
    <a:srgbClr val="DBDBDD"/>
    <a:srgbClr val="0E5B3D"/>
    <a:srgbClr val="AAD5E1"/>
    <a:srgbClr val="E4EA6C"/>
    <a:srgbClr val="FF9980"/>
    <a:srgbClr val="7900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5599F3-FE5A-45F5-A0A5-90AFF002170A}" v="784" dt="2026-04-12T16:57:03.8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66" autoAdjust="0"/>
    <p:restoredTop sz="94660"/>
  </p:normalViewPr>
  <p:slideViewPr>
    <p:cSldViewPr snapToGrid="0">
      <p:cViewPr varScale="1">
        <p:scale>
          <a:sx n="45" d="100"/>
          <a:sy n="45" d="100"/>
        </p:scale>
        <p:origin x="98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00DA959-37E2-B159-B57E-1B012B4102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A38F0FA-E5FA-CCCF-F4EF-570FF78969D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491241E-95D8-EC4C-8EC7-76F38C602C68}" type="datetimeFigureOut">
              <a:rPr lang="en-US" smtClean="0"/>
              <a:t>4/12/2026</a:t>
            </a:fld>
            <a:endParaRPr lang="en-US"/>
          </a:p>
        </p:txBody>
      </p:sp>
      <p:sp>
        <p:nvSpPr>
          <p:cNvPr id="4" name="Footer Placeholder 3">
            <a:extLst>
              <a:ext uri="{FF2B5EF4-FFF2-40B4-BE49-F238E27FC236}">
                <a16:creationId xmlns:a16="http://schemas.microsoft.com/office/drawing/2014/main" id="{855F15B2-5D17-F689-1A9C-3BFDEA47A0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E2D73E-1B3A-6498-7C9F-A873D37A66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590235-31B2-E542-BF3E-31322265E654}" type="slidenum">
              <a:rPr lang="en-US" smtClean="0"/>
              <a:t>‹#›</a:t>
            </a:fld>
            <a:endParaRPr lang="en-US"/>
          </a:p>
        </p:txBody>
      </p:sp>
    </p:spTree>
    <p:extLst>
      <p:ext uri="{BB962C8B-B14F-4D97-AF65-F5344CB8AC3E}">
        <p14:creationId xmlns:p14="http://schemas.microsoft.com/office/powerpoint/2010/main" val="362936367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DABD9C-0A3D-664C-AB0E-EE362BB8958A}" type="datetimeFigureOut">
              <a:rPr lang="en-US" smtClean="0"/>
              <a:t>4/12/2026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68D1B7-6E89-354E-B8CD-65073F1E3F07}" type="slidenum">
              <a:rPr lang="en-US" smtClean="0"/>
              <a:t>‹#›</a:t>
            </a:fld>
            <a:endParaRPr lang="en-US"/>
          </a:p>
        </p:txBody>
      </p:sp>
    </p:spTree>
    <p:extLst>
      <p:ext uri="{BB962C8B-B14F-4D97-AF65-F5344CB8AC3E}">
        <p14:creationId xmlns:p14="http://schemas.microsoft.com/office/powerpoint/2010/main" val="2844841911"/>
      </p:ext>
    </p:extLst>
  </p:cSld>
  <p:clrMap bg1="lt1" tx1="dk1" bg2="lt2" tx2="dk2" accent1="accent1" accent2="accent2" accent3="accent3" accent4="accent4" accent5="accent5" accent6="accent6" hlink="hlink" folHlink="folHlink"/>
  <p:hf sldNum="0" hdr="0" ftr="0" dt="0"/>
  <p:notesStyle>
    <a:lvl1pPr marL="0" algn="l" defTabSz="1523848" rtl="0" eaLnBrk="1" latinLnBrk="0" hangingPunct="1">
      <a:defRPr sz="2000" kern="1200">
        <a:solidFill>
          <a:schemeClr val="tx1"/>
        </a:solidFill>
        <a:latin typeface="+mn-lt"/>
        <a:ea typeface="+mn-ea"/>
        <a:cs typeface="+mn-cs"/>
      </a:defRPr>
    </a:lvl1pPr>
    <a:lvl2pPr marL="761924" algn="l" defTabSz="1523848" rtl="0" eaLnBrk="1" latinLnBrk="0" hangingPunct="1">
      <a:defRPr sz="2000" kern="1200">
        <a:solidFill>
          <a:schemeClr val="tx1"/>
        </a:solidFill>
        <a:latin typeface="+mn-lt"/>
        <a:ea typeface="+mn-ea"/>
        <a:cs typeface="+mn-cs"/>
      </a:defRPr>
    </a:lvl2pPr>
    <a:lvl3pPr marL="1523848" algn="l" defTabSz="1523848" rtl="0" eaLnBrk="1" latinLnBrk="0" hangingPunct="1">
      <a:defRPr sz="2000" kern="1200">
        <a:solidFill>
          <a:schemeClr val="tx1"/>
        </a:solidFill>
        <a:latin typeface="+mn-lt"/>
        <a:ea typeface="+mn-ea"/>
        <a:cs typeface="+mn-cs"/>
      </a:defRPr>
    </a:lvl3pPr>
    <a:lvl4pPr marL="2285771" algn="l" defTabSz="1523848" rtl="0" eaLnBrk="1" latinLnBrk="0" hangingPunct="1">
      <a:defRPr sz="2000" kern="1200">
        <a:solidFill>
          <a:schemeClr val="tx1"/>
        </a:solidFill>
        <a:latin typeface="+mn-lt"/>
        <a:ea typeface="+mn-ea"/>
        <a:cs typeface="+mn-cs"/>
      </a:defRPr>
    </a:lvl4pPr>
    <a:lvl5pPr marL="3047695" algn="l" defTabSz="1523848" rtl="0" eaLnBrk="1" latinLnBrk="0" hangingPunct="1">
      <a:defRPr sz="2000" kern="1200">
        <a:solidFill>
          <a:schemeClr val="tx1"/>
        </a:solidFill>
        <a:latin typeface="+mn-lt"/>
        <a:ea typeface="+mn-ea"/>
        <a:cs typeface="+mn-cs"/>
      </a:defRPr>
    </a:lvl5pPr>
    <a:lvl6pPr marL="3809619" algn="l" defTabSz="1523848" rtl="0" eaLnBrk="1" latinLnBrk="0" hangingPunct="1">
      <a:defRPr sz="2000" kern="1200">
        <a:solidFill>
          <a:schemeClr val="tx1"/>
        </a:solidFill>
        <a:latin typeface="+mn-lt"/>
        <a:ea typeface="+mn-ea"/>
        <a:cs typeface="+mn-cs"/>
      </a:defRPr>
    </a:lvl6pPr>
    <a:lvl7pPr marL="4571543" algn="l" defTabSz="1523848" rtl="0" eaLnBrk="1" latinLnBrk="0" hangingPunct="1">
      <a:defRPr sz="2000" kern="1200">
        <a:solidFill>
          <a:schemeClr val="tx1"/>
        </a:solidFill>
        <a:latin typeface="+mn-lt"/>
        <a:ea typeface="+mn-ea"/>
        <a:cs typeface="+mn-cs"/>
      </a:defRPr>
    </a:lvl7pPr>
    <a:lvl8pPr marL="5333467" algn="l" defTabSz="1523848" rtl="0" eaLnBrk="1" latinLnBrk="0" hangingPunct="1">
      <a:defRPr sz="2000" kern="1200">
        <a:solidFill>
          <a:schemeClr val="tx1"/>
        </a:solidFill>
        <a:latin typeface="+mn-lt"/>
        <a:ea typeface="+mn-ea"/>
        <a:cs typeface="+mn-cs"/>
      </a:defRPr>
    </a:lvl8pPr>
    <a:lvl9pPr marL="6095390" algn="l" defTabSz="1523848" rtl="0" eaLnBrk="1" latinLnBrk="0" hangingPunct="1">
      <a:defRPr sz="2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0F0F0F"/>
                </a:solidFill>
              </a:rPr>
              <a:t>Present the requirements of the system and then your design using system architecture, ACD, and how it fulfils the requirements given.</a:t>
            </a:r>
            <a:endParaRPr lang="en-US"/>
          </a:p>
        </p:txBody>
      </p:sp>
    </p:spTree>
    <p:extLst>
      <p:ext uri="{BB962C8B-B14F-4D97-AF65-F5344CB8AC3E}">
        <p14:creationId xmlns:p14="http://schemas.microsoft.com/office/powerpoint/2010/main" val="3564199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9EA8A-03D8-F025-6276-A1D45EE897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83B821-10D2-D77C-7FC2-D2C59027B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2A156-B48C-6FA7-AF13-08F2D422B89F}"/>
              </a:ext>
            </a:extLst>
          </p:cNvPr>
          <p:cNvSpPr>
            <a:spLocks noGrp="1"/>
          </p:cNvSpPr>
          <p:nvPr>
            <p:ph type="body" idx="1"/>
          </p:nvPr>
        </p:nvSpPr>
        <p:spPr/>
        <p:txBody>
          <a:bodyPr/>
          <a:lstStyle/>
          <a:p>
            <a:r>
              <a:rPr lang="en-US"/>
              <a:t>from the project description we have derived the primary problems which our </a:t>
            </a:r>
            <a:r>
              <a:rPr lang="en-US" err="1"/>
              <a:t>scemas</a:t>
            </a:r>
            <a:r>
              <a:rPr lang="en-US"/>
              <a:t> platform aims to address, starting off we have the fact that currently many </a:t>
            </a:r>
            <a:r>
              <a:rPr lang="en-US" err="1"/>
              <a:t>citiies</a:t>
            </a:r>
            <a:r>
              <a:rPr lang="en-US"/>
              <a:t> rely on sparse, manual or </a:t>
            </a:r>
            <a:r>
              <a:rPr lang="en-US" err="1"/>
              <a:t>silled</a:t>
            </a:r>
            <a:r>
              <a:rPr lang="en-US"/>
              <a:t> environmental monitoring which has the consequence of delaying </a:t>
            </a:r>
            <a:r>
              <a:rPr lang="en-US" err="1"/>
              <a:t>repsonses</a:t>
            </a:r>
            <a:r>
              <a:rPr lang="en-US"/>
              <a:t> </a:t>
            </a:r>
            <a:r>
              <a:rPr lang="en-US" err="1"/>
              <a:t>ti</a:t>
            </a:r>
            <a:r>
              <a:rPr lang="en-US"/>
              <a:t> environmental hazards, by implementing our platform which is a scalable software </a:t>
            </a:r>
            <a:r>
              <a:rPr lang="en-US" err="1"/>
              <a:t>thatc</a:t>
            </a:r>
            <a:r>
              <a:rPr lang="en-US"/>
              <a:t> </a:t>
            </a:r>
            <a:r>
              <a:rPr lang="en-US" err="1"/>
              <a:t>ollects</a:t>
            </a:r>
            <a:r>
              <a:rPr lang="en-US"/>
              <a:t>, processes and acts upon environmental data over a sensor network, it will support smarter cities which makes </a:t>
            </a:r>
            <a:r>
              <a:rPr lang="en-US" err="1"/>
              <a:t>infastructure</a:t>
            </a:r>
            <a:r>
              <a:rPr lang="en-US"/>
              <a:t> more sustainable. </a:t>
            </a:r>
            <a:br>
              <a:rPr lang="en-US">
                <a:cs typeface="+mn-lt"/>
              </a:rPr>
            </a:br>
            <a:r>
              <a:rPr lang="en-US"/>
              <a:t>following that another problem is the fact that there is no real time threshold detection which would force city operators to inspect raw data manually, which </a:t>
            </a:r>
            <a:r>
              <a:rPr lang="en-US" err="1"/>
              <a:t>scemas</a:t>
            </a:r>
            <a:r>
              <a:rPr lang="en-US"/>
              <a:t> would counteract by making the data into actionable intelligence which is much easier to work with. </a:t>
            </a:r>
            <a:r>
              <a:rPr lang="en-US" err="1"/>
              <a:t>Finally</a:t>
            </a:r>
            <a:r>
              <a:rPr lang="en-US"/>
              <a:t> we realized that the general public are typically unaware of such hazards since there is no general site for such data that they can access, which will now be provided to them through our </a:t>
            </a:r>
            <a:r>
              <a:rPr lang="en-US" err="1"/>
              <a:t>platfor</a:t>
            </a:r>
            <a:r>
              <a:rPr lang="en-US"/>
              <a:t>m</a:t>
            </a:r>
          </a:p>
        </p:txBody>
      </p:sp>
    </p:spTree>
    <p:extLst>
      <p:ext uri="{BB962C8B-B14F-4D97-AF65-F5344CB8AC3E}">
        <p14:creationId xmlns:p14="http://schemas.microsoft.com/office/powerpoint/2010/main" val="3056539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12F8A-6292-E13E-5B28-3383C4F5A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B8CA5-8580-F247-7722-E386F6CA3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9E61B3-C59C-1574-5EE2-24F9CC0BC58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21800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523848" rtl="0" eaLnBrk="1" fontAlgn="auto" latinLnBrk="0" hangingPunct="1">
              <a:lnSpc>
                <a:spcPct val="100000"/>
              </a:lnSpc>
              <a:spcBef>
                <a:spcPts val="0"/>
              </a:spcBef>
              <a:spcAft>
                <a:spcPts val="0"/>
              </a:spcAft>
              <a:buClrTx/>
              <a:buSzTx/>
              <a:buFontTx/>
              <a:buNone/>
              <a:tabLst/>
              <a:defRPr/>
            </a:pPr>
            <a:r>
              <a:rPr lang="en-US" dirty="0">
                <a:latin typeface="Calibri"/>
                <a:ea typeface="Calibri"/>
                <a:cs typeface="Calibri"/>
              </a:rPr>
              <a:t>Demonstrate later in demo</a:t>
            </a:r>
          </a:p>
        </p:txBody>
      </p:sp>
    </p:spTree>
    <p:extLst>
      <p:ext uri="{BB962C8B-B14F-4D97-AF65-F5344CB8AC3E}">
        <p14:creationId xmlns:p14="http://schemas.microsoft.com/office/powerpoint/2010/main" val="3054193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D0C6F-4E6B-D6C8-22D0-3C86D2AA0C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9E9E0-9C92-171A-3769-7E3312CB92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CFE808-02C1-7E9E-6667-09D8CB482F6C}"/>
              </a:ext>
            </a:extLst>
          </p:cNvPr>
          <p:cNvSpPr>
            <a:spLocks noGrp="1"/>
          </p:cNvSpPr>
          <p:nvPr>
            <p:ph type="body" idx="1"/>
          </p:nvPr>
        </p:nvSpPr>
        <p:spPr/>
        <p:txBody>
          <a:bodyPr/>
          <a:lstStyle/>
          <a:p>
            <a:r>
              <a:rPr lang="en-US"/>
              <a:t>Alert generation latency must be less than 5 sec. This is achievable because of the Blackboard architecture — rule evaluators for air quality, temperature, humidity, and noise all run independently and non-deterministically, rather than waiting for each other sequentially.</a:t>
            </a:r>
          </a:p>
          <a:p>
            <a:r>
              <a:rPr lang="en-US"/>
              <a:t>Public API response time must be less than 500 milliseconds. Here, p95 means</a:t>
            </a:r>
            <a:r>
              <a:rPr lang="en-US" sz="2000" b="0" i="0" kern="1200">
                <a:solidFill>
                  <a:schemeClr val="tx1"/>
                </a:solidFill>
                <a:effectLst/>
                <a:latin typeface="+mn-lt"/>
                <a:ea typeface="+mn-ea"/>
                <a:cs typeface="+mn-cs"/>
              </a:rPr>
              <a:t> 95% of API requests are completed within this time or faster</a:t>
            </a:r>
            <a:r>
              <a:rPr lang="en-US" b="0"/>
              <a:t>. Due to the necessity of using API, we need a REST API layer. </a:t>
            </a:r>
            <a:r>
              <a:rPr lang="en-US"/>
              <a:t>The project outline explicitly requires a REST API, and 500ms aligns with industry expectations for public-facing APIs consumed by digital signage and third-party developers.</a:t>
            </a:r>
            <a:endParaRPr lang="en-US" b="0"/>
          </a:p>
          <a:p>
            <a:r>
              <a:rPr lang="en-US"/>
              <a:t>Usability: If we didn’t pick PAC and we didn’t have a view specific to city operators, they would see a cluttered view. So, it would take longer for them to navigate through and acknowledge an alert.</a:t>
            </a:r>
          </a:p>
          <a:p>
            <a:r>
              <a:rPr lang="en-US"/>
              <a:t>The system must never collect, store, or expose Personally Identifiable Information. This is enforced architecturally by aggregating all environmental data by geographical zone only — no precise locations, no user-identifiable readings are ever stored or served through the public API.</a:t>
            </a:r>
          </a:p>
        </p:txBody>
      </p:sp>
    </p:spTree>
    <p:extLst>
      <p:ext uri="{BB962C8B-B14F-4D97-AF65-F5344CB8AC3E}">
        <p14:creationId xmlns:p14="http://schemas.microsoft.com/office/powerpoint/2010/main" val="1340001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22C86-11A4-5ED4-9D09-19C17E82F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4035E-4B47-148F-C7EE-F6D5273F8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45B75-88DD-D43F-B3AD-FB0113DA1A80}"/>
              </a:ext>
            </a:extLst>
          </p:cNvPr>
          <p:cNvSpPr>
            <a:spLocks noGrp="1"/>
          </p:cNvSpPr>
          <p:nvPr>
            <p:ph type="body" idx="1"/>
          </p:nvPr>
        </p:nvSpPr>
        <p:spPr/>
        <p:txBody>
          <a:bodyPr/>
          <a:lstStyle/>
          <a:p>
            <a:endParaRPr lang="en-US">
              <a:latin typeface="Calibri"/>
              <a:ea typeface="Calibri"/>
              <a:cs typeface="Calibri"/>
            </a:endParaRPr>
          </a:p>
        </p:txBody>
      </p:sp>
    </p:spTree>
    <p:extLst>
      <p:ext uri="{BB962C8B-B14F-4D97-AF65-F5344CB8AC3E}">
        <p14:creationId xmlns:p14="http://schemas.microsoft.com/office/powerpoint/2010/main" val="1360422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FBA4F-0462-8FF5-C1F6-4B433E2F3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2C61B-66B1-9966-7753-17D5FDFC96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1A4F8-E726-BA08-1D00-A5BA9766C07F}"/>
              </a:ext>
            </a:extLst>
          </p:cNvPr>
          <p:cNvSpPr>
            <a:spLocks noGrp="1"/>
          </p:cNvSpPr>
          <p:nvPr>
            <p:ph type="body" idx="1"/>
          </p:nvPr>
        </p:nvSpPr>
        <p:spPr/>
        <p:txBody>
          <a:bodyPr/>
          <a:lstStyle/>
          <a:p>
            <a:r>
              <a:rPr lang="en-US">
                <a:latin typeface="Calibri"/>
                <a:ea typeface="Calibri"/>
                <a:cs typeface="Calibri"/>
              </a:rPr>
              <a:t>We classified our backend services as PAC agents. However, traditionally, UI components are considered PAC agents, since PAC is responsible for visualization and making a complex UI easy to manage by assigning different UI components to different PAC agents. So, we mapped </a:t>
            </a:r>
            <a:r>
              <a:rPr lang="en-US" err="1">
                <a:latin typeface="Calibri"/>
                <a:ea typeface="Calibri"/>
                <a:cs typeface="Calibri"/>
              </a:rPr>
              <a:t>our</a:t>
            </a:r>
            <a:r>
              <a:rPr lang="en-US">
                <a:latin typeface="Calibri"/>
                <a:ea typeface="Calibri"/>
                <a:cs typeface="Calibri"/>
              </a:rPr>
              <a:t> 3 backend services to user dashboards.  </a:t>
            </a:r>
            <a:br>
              <a:rPr lang="en-US">
                <a:latin typeface="Calibri"/>
                <a:ea typeface="Calibri"/>
                <a:cs typeface="Calibri"/>
              </a:rPr>
            </a:br>
            <a:r>
              <a:rPr lang="en-US">
                <a:latin typeface="Calibri"/>
                <a:ea typeface="Calibri"/>
                <a:cs typeface="Calibri"/>
              </a:rPr>
              <a:t>Admin defines alert rules from Admin dashboard and that is processed by Alerting Management. If an alert is triggered, Operator views them in Operator dashboard.</a:t>
            </a:r>
          </a:p>
          <a:p>
            <a:r>
              <a:rPr lang="en-US"/>
              <a:t>Data Distribution combines processed information and distributes it to the dashboards</a:t>
            </a:r>
            <a:r>
              <a:rPr lang="en-US">
                <a:latin typeface="Calibri"/>
                <a:ea typeface="Calibri"/>
                <a:cs typeface="Calibri"/>
              </a:rPr>
              <a:t>.</a:t>
            </a:r>
          </a:p>
          <a:p>
            <a:pPr marL="0" marR="0" lvl="0" indent="0" algn="l" defTabSz="1523848" rtl="0" eaLnBrk="1" fontAlgn="auto" latinLnBrk="0" hangingPunct="1">
              <a:lnSpc>
                <a:spcPct val="100000"/>
              </a:lnSpc>
              <a:spcBef>
                <a:spcPts val="0"/>
              </a:spcBef>
              <a:spcAft>
                <a:spcPts val="0"/>
              </a:spcAft>
              <a:buClrTx/>
              <a:buSzTx/>
              <a:buFontTx/>
              <a:buNone/>
              <a:tabLst/>
              <a:defRPr/>
            </a:pPr>
            <a:r>
              <a:rPr lang="en-US"/>
              <a:t>After IoT sensors (physical devices) collect data, Telemetry Management receives it (raw sensor data). After processing the received sensor data, Telemetry Management sends processed sensor data to Alerting Management for alert triggering. It also sends processed sensor data to Data Distribution Management to update visualization charts in public and operator dashboard.</a:t>
            </a:r>
          </a:p>
          <a:p>
            <a:endParaRPr lang="en-US">
              <a:latin typeface="Calibri"/>
              <a:ea typeface="Calibri"/>
              <a:cs typeface="Calibri"/>
            </a:endParaRPr>
          </a:p>
        </p:txBody>
      </p:sp>
    </p:spTree>
    <p:extLst>
      <p:ext uri="{BB962C8B-B14F-4D97-AF65-F5344CB8AC3E}">
        <p14:creationId xmlns:p14="http://schemas.microsoft.com/office/powerpoint/2010/main" val="1238692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4159-CA07-82C0-F2FD-2C0A9780F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50AF24-CA34-E13E-9213-64D77DDB11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E8ECBA-0A44-6646-3977-C9C1972FE1E6}"/>
              </a:ext>
            </a:extLst>
          </p:cNvPr>
          <p:cNvSpPr>
            <a:spLocks noGrp="1"/>
          </p:cNvSpPr>
          <p:nvPr>
            <p:ph type="body" idx="1"/>
          </p:nvPr>
        </p:nvSpPr>
        <p:spPr/>
        <p:txBody>
          <a:bodyPr/>
          <a:lstStyle/>
          <a:p>
            <a:r>
              <a:rPr lang="en-US"/>
              <a:t>All 3 filters are ‘</a:t>
            </a:r>
            <a:r>
              <a:rPr lang="en-US" err="1"/>
              <a:t>validators’</a:t>
            </a:r>
            <a:r>
              <a:rPr lang="en-US"/>
              <a:t>.</a:t>
            </a:r>
          </a:p>
          <a:p>
            <a:r>
              <a:rPr lang="en-US"/>
              <a:t>Schema filter checks whether the JSON matches the expected schema</a:t>
            </a:r>
          </a:p>
          <a:p>
            <a:r>
              <a:rPr lang="en-US"/>
              <a:t>Range filter checks whether numeric values fall within acceptable bounds</a:t>
            </a:r>
          </a:p>
          <a:p>
            <a:r>
              <a:rPr lang="en-US"/>
              <a:t>Timestamp filter checks whether the timestamp is valid</a:t>
            </a:r>
          </a:p>
          <a:p>
            <a:r>
              <a:rPr lang="en-US"/>
              <a:t>Filters can be of many types: validators, transformers, routers, aggregators. But our 3 filters here are all validators</a:t>
            </a:r>
          </a:p>
          <a:p>
            <a:endParaRPr lang="en-US">
              <a:latin typeface="Aptos"/>
              <a:ea typeface="Calibri"/>
              <a:cs typeface="Calibri"/>
            </a:endParaRPr>
          </a:p>
        </p:txBody>
      </p:sp>
    </p:spTree>
    <p:extLst>
      <p:ext uri="{BB962C8B-B14F-4D97-AF65-F5344CB8AC3E}">
        <p14:creationId xmlns:p14="http://schemas.microsoft.com/office/powerpoint/2010/main" val="4045760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4BE63-F76E-4185-63FC-227C2549E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FF748-E517-14AD-672E-4ED076DA94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66AE30-10F1-0488-5559-C05984E42B24}"/>
              </a:ext>
            </a:extLst>
          </p:cNvPr>
          <p:cNvSpPr>
            <a:spLocks noGrp="1"/>
          </p:cNvSpPr>
          <p:nvPr>
            <p:ph type="body" idx="1"/>
          </p:nvPr>
        </p:nvSpPr>
        <p:spPr/>
        <p:txBody>
          <a:bodyPr/>
          <a:lstStyle/>
          <a:p>
            <a:r>
              <a:rPr lang="en-US">
                <a:latin typeface="Calibri"/>
                <a:ea typeface="Calibri"/>
                <a:cs typeface="Calibri"/>
              </a:rPr>
              <a:t>Taken from Data Centered arch lecture slide 10</a:t>
            </a:r>
          </a:p>
        </p:txBody>
      </p:sp>
    </p:spTree>
    <p:extLst>
      <p:ext uri="{BB962C8B-B14F-4D97-AF65-F5344CB8AC3E}">
        <p14:creationId xmlns:p14="http://schemas.microsoft.com/office/powerpoint/2010/main" val="2097751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B31BC-1402-CC2F-7B9F-8355CE6AF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EBC2D-EA4A-BD80-7936-5AB0397E9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5DA0B8-776A-B753-7543-3318BA4A093E}"/>
              </a:ext>
            </a:extLst>
          </p:cNvPr>
          <p:cNvSpPr>
            <a:spLocks noGrp="1"/>
          </p:cNvSpPr>
          <p:nvPr>
            <p:ph type="body" idx="1"/>
          </p:nvPr>
        </p:nvSpPr>
        <p:spPr/>
        <p:txBody>
          <a:bodyPr/>
          <a:lstStyle/>
          <a:p>
            <a:r>
              <a:rPr lang="en-US">
                <a:latin typeface="Calibri"/>
                <a:ea typeface="Calibri"/>
                <a:cs typeface="Calibri"/>
              </a:rPr>
              <a:t>Taken from Data Centered arch lecture slide 13</a:t>
            </a:r>
          </a:p>
        </p:txBody>
      </p:sp>
    </p:spTree>
    <p:extLst>
      <p:ext uri="{BB962C8B-B14F-4D97-AF65-F5344CB8AC3E}">
        <p14:creationId xmlns:p14="http://schemas.microsoft.com/office/powerpoint/2010/main" val="22432887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c - White Border">
    <p:spTree>
      <p:nvGrpSpPr>
        <p:cNvPr id="1" name=""/>
        <p:cNvGrpSpPr/>
        <p:nvPr/>
      </p:nvGrpSpPr>
      <p:grpSpPr>
        <a:xfrm>
          <a:off x="0" y="0"/>
          <a:ext cx="0" cy="0"/>
          <a:chOff x="0" y="0"/>
          <a:chExt cx="0" cy="0"/>
        </a:xfrm>
      </p:grpSpPr>
      <p:sp>
        <p:nvSpPr>
          <p:cNvPr id="8" name="Picture Placeholder 37">
            <a:extLst>
              <a:ext uri="{FF2B5EF4-FFF2-40B4-BE49-F238E27FC236}">
                <a16:creationId xmlns:a16="http://schemas.microsoft.com/office/drawing/2014/main" id="{42D8E614-B579-0AD0-A166-3C3C659AADBF}"/>
              </a:ext>
              <a:ext uri="{C183D7F6-B498-43B3-948B-1728B52AA6E4}">
                <adec:decorative xmlns:adec="http://schemas.microsoft.com/office/drawing/2017/decorative" val="1"/>
              </a:ext>
            </a:extLst>
          </p:cNvPr>
          <p:cNvSpPr>
            <a:spLocks noGrp="1"/>
          </p:cNvSpPr>
          <p:nvPr>
            <p:ph type="pic" sz="quarter" idx="16" hasCustomPrompt="1"/>
          </p:nvPr>
        </p:nvSpPr>
        <p:spPr>
          <a:xfrm>
            <a:off x="438150" y="458787"/>
            <a:ext cx="19442113" cy="8893175"/>
          </a:xfrm>
          <a:prstGeom prst="rect">
            <a:avLst/>
          </a:prstGeom>
        </p:spPr>
        <p:txBody>
          <a:bodyPr/>
          <a:lstStyle/>
          <a:p>
            <a:r>
              <a:rPr lang="en-US"/>
              <a:t>Insert Photo</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41291" y="1870606"/>
            <a:ext cx="5486400" cy="3936225"/>
          </a:xfrm>
          <a:prstGeom prst="rect">
            <a:avLst/>
          </a:prstGeom>
        </p:spPr>
        <p:txBody>
          <a:bodyPr anchor="b">
            <a:noAutofit/>
          </a:bodyPr>
          <a:lstStyle>
            <a:lvl1pPr algn="l">
              <a:lnSpc>
                <a:spcPct val="100000"/>
              </a:lnSpc>
              <a:spcAft>
                <a:spcPts val="1000"/>
              </a:spcAft>
              <a:defRPr sz="4800" b="1">
                <a:solidFill>
                  <a:schemeClr val="tx1"/>
                </a:solidFill>
                <a:latin typeface="+mj-lt"/>
                <a:cs typeface="Poppins" pitchFamily="2" charset="77"/>
              </a:defRPr>
            </a:lvl1pPr>
          </a:lstStyle>
          <a:p>
            <a:r>
              <a:rPr lang="en-GB"/>
              <a:t>Click to add featured title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41291" y="6003397"/>
            <a:ext cx="5486400" cy="2759603"/>
          </a:xfrm>
          <a:prstGeom prst="rect">
            <a:avLst/>
          </a:prstGeom>
        </p:spPr>
        <p:txBody>
          <a:bodyPr/>
          <a:lstStyle>
            <a:lvl1pPr marL="0" indent="0" algn="l">
              <a:buNone/>
              <a:defRPr sz="4000">
                <a:solidFill>
                  <a:schemeClr val="accent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Click to edit subtitle</a:t>
            </a:r>
            <a:endParaRPr lang="en-US"/>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041291" y="9811422"/>
            <a:ext cx="8278555" cy="317989"/>
          </a:xfrm>
          <a:prstGeom prst="rect">
            <a:avLst/>
          </a:prstGeom>
        </p:spPr>
        <p:txBody>
          <a:bodyPr/>
          <a:lstStyle>
            <a:lvl1pPr>
              <a:defRPr sz="2600">
                <a:solidFill>
                  <a:schemeClr val="accent1"/>
                </a:solidFill>
              </a:defRPr>
            </a:lvl1pPr>
          </a:lstStyle>
          <a:p>
            <a:pPr lvl="0"/>
            <a:r>
              <a:rPr lang="en-US"/>
              <a:t>Presenter Name</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041291" y="10221730"/>
            <a:ext cx="4620955" cy="317989"/>
          </a:xfrm>
          <a:prstGeom prst="rect">
            <a:avLst/>
          </a:prstGeom>
        </p:spPr>
        <p:txBody>
          <a:bodyPr/>
          <a:lstStyle>
            <a:lvl1pPr>
              <a:defRPr sz="2600">
                <a:solidFill>
                  <a:schemeClr val="accent1"/>
                </a:solidFill>
              </a:defRPr>
            </a:lvl1pPr>
          </a:lstStyle>
          <a:p>
            <a:pPr lvl="0"/>
            <a:r>
              <a:rPr lang="en-US"/>
              <a:t>Date</a:t>
            </a:r>
          </a:p>
        </p:txBody>
      </p:sp>
      <p:pic>
        <p:nvPicPr>
          <p:cNvPr id="12" name="Picture 40" descr="McMaster Brighter World Logo">
            <a:extLst>
              <a:ext uri="{FF2B5EF4-FFF2-40B4-BE49-F238E27FC236}">
                <a16:creationId xmlns:a16="http://schemas.microsoft.com/office/drawing/2014/main" id="{46D95FE9-F714-B0F4-63D2-8EE8C6CDC68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4200202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1c - White Border - White Text">
    <p:spTree>
      <p:nvGrpSpPr>
        <p:cNvPr id="1" name=""/>
        <p:cNvGrpSpPr/>
        <p:nvPr/>
      </p:nvGrpSpPr>
      <p:grpSpPr>
        <a:xfrm>
          <a:off x="0" y="0"/>
          <a:ext cx="0" cy="0"/>
          <a:chOff x="0" y="0"/>
          <a:chExt cx="0" cy="0"/>
        </a:xfrm>
      </p:grpSpPr>
      <p:sp>
        <p:nvSpPr>
          <p:cNvPr id="8" name="Picture Placeholder 37">
            <a:extLst>
              <a:ext uri="{FF2B5EF4-FFF2-40B4-BE49-F238E27FC236}">
                <a16:creationId xmlns:a16="http://schemas.microsoft.com/office/drawing/2014/main" id="{42D8E614-B579-0AD0-A166-3C3C659AADBF}"/>
              </a:ext>
              <a:ext uri="{C183D7F6-B498-43B3-948B-1728B52AA6E4}">
                <adec:decorative xmlns:adec="http://schemas.microsoft.com/office/drawing/2017/decorative" val="1"/>
              </a:ext>
            </a:extLst>
          </p:cNvPr>
          <p:cNvSpPr>
            <a:spLocks noGrp="1"/>
          </p:cNvSpPr>
          <p:nvPr>
            <p:ph type="pic" sz="quarter" idx="16" hasCustomPrompt="1"/>
          </p:nvPr>
        </p:nvSpPr>
        <p:spPr>
          <a:xfrm>
            <a:off x="438150" y="458787"/>
            <a:ext cx="19442113" cy="8893175"/>
          </a:xfrm>
          <a:prstGeom prst="rect">
            <a:avLst/>
          </a:prstGeom>
        </p:spPr>
        <p:txBody>
          <a:bodyPr/>
          <a:lstStyle/>
          <a:p>
            <a:r>
              <a:rPr lang="en-US"/>
              <a:t>Insert Photo</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41291" y="1870606"/>
            <a:ext cx="5486400" cy="3936225"/>
          </a:xfrm>
          <a:prstGeom prst="rect">
            <a:avLst/>
          </a:prstGeom>
        </p:spPr>
        <p:txBody>
          <a:bodyPr anchor="b">
            <a:noAutofit/>
          </a:bodyPr>
          <a:lstStyle>
            <a:lvl1pPr algn="l">
              <a:lnSpc>
                <a:spcPct val="100000"/>
              </a:lnSpc>
              <a:spcAft>
                <a:spcPts val="1000"/>
              </a:spcAft>
              <a:defRPr sz="4800" b="1">
                <a:solidFill>
                  <a:schemeClr val="bg1"/>
                </a:solidFill>
                <a:latin typeface="+mj-lt"/>
                <a:cs typeface="Poppins" pitchFamily="2" charset="77"/>
              </a:defRPr>
            </a:lvl1pPr>
          </a:lstStyle>
          <a:p>
            <a:r>
              <a:rPr lang="en-GB"/>
              <a:t>Click to add featured title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41291" y="6003397"/>
            <a:ext cx="5486400" cy="2759603"/>
          </a:xfrm>
          <a:prstGeom prst="rect">
            <a:avLst/>
          </a:prstGeom>
        </p:spPr>
        <p:txBody>
          <a:bodyPr/>
          <a:lstStyle>
            <a:lvl1pPr marL="0" indent="0" algn="l">
              <a:buNone/>
              <a:defRPr sz="40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Click to edit subtitle</a:t>
            </a:r>
            <a:endParaRPr lang="en-US"/>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041291" y="9811422"/>
            <a:ext cx="8278555" cy="317989"/>
          </a:xfrm>
          <a:prstGeom prst="rect">
            <a:avLst/>
          </a:prstGeom>
        </p:spPr>
        <p:txBody>
          <a:bodyPr/>
          <a:lstStyle>
            <a:lvl1pPr>
              <a:defRPr sz="2600">
                <a:solidFill>
                  <a:schemeClr val="accent1"/>
                </a:solidFill>
              </a:defRPr>
            </a:lvl1pPr>
          </a:lstStyle>
          <a:p>
            <a:pPr lvl="0"/>
            <a:r>
              <a:rPr lang="en-US"/>
              <a:t>Presenter Name</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041291" y="10221730"/>
            <a:ext cx="4620955" cy="317989"/>
          </a:xfrm>
          <a:prstGeom prst="rect">
            <a:avLst/>
          </a:prstGeom>
        </p:spPr>
        <p:txBody>
          <a:bodyPr/>
          <a:lstStyle>
            <a:lvl1pPr>
              <a:defRPr sz="2600">
                <a:solidFill>
                  <a:schemeClr val="accent1"/>
                </a:solidFill>
              </a:defRPr>
            </a:lvl1pPr>
          </a:lstStyle>
          <a:p>
            <a:pPr lvl="0"/>
            <a:r>
              <a:rPr lang="en-US"/>
              <a:t>Date</a:t>
            </a:r>
          </a:p>
        </p:txBody>
      </p:sp>
      <p:pic>
        <p:nvPicPr>
          <p:cNvPr id="12" name="Picture 40" descr="McMaster Brighter World Logo">
            <a:extLst>
              <a:ext uri="{FF2B5EF4-FFF2-40B4-BE49-F238E27FC236}">
                <a16:creationId xmlns:a16="http://schemas.microsoft.com/office/drawing/2014/main" id="{46D95FE9-F714-B0F4-63D2-8EE8C6CDC68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2271364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 Full Bleed">
    <p:spTree>
      <p:nvGrpSpPr>
        <p:cNvPr id="1" name=""/>
        <p:cNvGrpSpPr/>
        <p:nvPr/>
      </p:nvGrpSpPr>
      <p:grpSpPr>
        <a:xfrm>
          <a:off x="0" y="0"/>
          <a:ext cx="0" cy="0"/>
          <a:chOff x="0" y="0"/>
          <a:chExt cx="0" cy="0"/>
        </a:xfrm>
      </p:grpSpPr>
      <p:sp>
        <p:nvSpPr>
          <p:cNvPr id="4" name="Picture Placeholder 37">
            <a:extLst>
              <a:ext uri="{FF2B5EF4-FFF2-40B4-BE49-F238E27FC236}">
                <a16:creationId xmlns:a16="http://schemas.microsoft.com/office/drawing/2014/main" id="{248D3F33-A666-786D-AD61-DDDEED2D3E3A}"/>
              </a:ext>
              <a:ext uri="{C183D7F6-B498-43B3-948B-1728B52AA6E4}">
                <adec:decorative xmlns:adec="http://schemas.microsoft.com/office/drawing/2017/decorative" val="1"/>
              </a:ext>
            </a:extLst>
          </p:cNvPr>
          <p:cNvSpPr>
            <a:spLocks noGrp="1"/>
          </p:cNvSpPr>
          <p:nvPr>
            <p:ph type="pic" sz="quarter" idx="16" hasCustomPrompt="1"/>
          </p:nvPr>
        </p:nvSpPr>
        <p:spPr>
          <a:xfrm>
            <a:off x="0" y="1"/>
            <a:ext cx="20318413" cy="9351962"/>
          </a:xfrm>
          <a:prstGeom prst="rect">
            <a:avLst/>
          </a:prstGeom>
        </p:spPr>
        <p:txBody>
          <a:bodyPr/>
          <a:lstStyle>
            <a:lvl1pPr marL="0" indent="0">
              <a:buNone/>
              <a:defRPr/>
            </a:lvl1pPr>
          </a:lstStyle>
          <a:p>
            <a:r>
              <a:rPr lang="en-US"/>
              <a:t>Insert Full Width Photo</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41291" y="1870606"/>
            <a:ext cx="5486400" cy="3936225"/>
          </a:xfrm>
          <a:prstGeom prst="rect">
            <a:avLst/>
          </a:prstGeom>
        </p:spPr>
        <p:txBody>
          <a:bodyPr anchor="b">
            <a:noAutofit/>
          </a:bodyPr>
          <a:lstStyle>
            <a:lvl1pPr algn="l">
              <a:lnSpc>
                <a:spcPct val="100000"/>
              </a:lnSpc>
              <a:spcAft>
                <a:spcPts val="1000"/>
              </a:spcAft>
              <a:defRPr sz="4800" b="1">
                <a:solidFill>
                  <a:schemeClr val="tx1"/>
                </a:solidFill>
                <a:latin typeface="+mj-lt"/>
                <a:cs typeface="Poppins" pitchFamily="2" charset="77"/>
              </a:defRPr>
            </a:lvl1pPr>
          </a:lstStyle>
          <a:p>
            <a:r>
              <a:rPr lang="en-GB"/>
              <a:t>Click to add featured title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41291" y="6003397"/>
            <a:ext cx="5486400" cy="2759603"/>
          </a:xfrm>
          <a:prstGeom prst="rect">
            <a:avLst/>
          </a:prstGeom>
        </p:spPr>
        <p:txBody>
          <a:bodyPr/>
          <a:lstStyle>
            <a:lvl1pPr marL="0" indent="0" algn="l">
              <a:buNone/>
              <a:defRPr sz="4000">
                <a:solidFill>
                  <a:schemeClr val="accent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Click to edit subtitle</a:t>
            </a:r>
            <a:endParaRPr lang="en-US"/>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041291" y="9811422"/>
            <a:ext cx="8278555" cy="317989"/>
          </a:xfrm>
          <a:prstGeom prst="rect">
            <a:avLst/>
          </a:prstGeom>
        </p:spPr>
        <p:txBody>
          <a:bodyPr/>
          <a:lstStyle>
            <a:lvl1pPr>
              <a:defRPr sz="2600">
                <a:solidFill>
                  <a:schemeClr val="accent1"/>
                </a:solidFill>
              </a:defRPr>
            </a:lvl1pPr>
          </a:lstStyle>
          <a:p>
            <a:pPr lvl="0"/>
            <a:r>
              <a:rPr lang="en-US"/>
              <a:t>Presenter Name</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041291" y="10221730"/>
            <a:ext cx="4620955" cy="317989"/>
          </a:xfrm>
          <a:prstGeom prst="rect">
            <a:avLst/>
          </a:prstGeom>
        </p:spPr>
        <p:txBody>
          <a:bodyPr/>
          <a:lstStyle>
            <a:lvl1pPr>
              <a:defRPr sz="2600">
                <a:solidFill>
                  <a:schemeClr val="accent1"/>
                </a:solidFill>
              </a:defRPr>
            </a:lvl1pPr>
          </a:lstStyle>
          <a:p>
            <a:pPr lvl="0"/>
            <a:r>
              <a:rPr lang="en-US"/>
              <a:t>Date</a:t>
            </a:r>
          </a:p>
        </p:txBody>
      </p:sp>
      <p:pic>
        <p:nvPicPr>
          <p:cNvPr id="12" name="Picture 40" descr="McMaster Brighter World Logo">
            <a:extLst>
              <a:ext uri="{FF2B5EF4-FFF2-40B4-BE49-F238E27FC236}">
                <a16:creationId xmlns:a16="http://schemas.microsoft.com/office/drawing/2014/main" id="{46D95FE9-F714-B0F4-63D2-8EE8C6CDC68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615153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b - Full Bleed - White Text">
    <p:spTree>
      <p:nvGrpSpPr>
        <p:cNvPr id="1" name=""/>
        <p:cNvGrpSpPr/>
        <p:nvPr/>
      </p:nvGrpSpPr>
      <p:grpSpPr>
        <a:xfrm>
          <a:off x="0" y="0"/>
          <a:ext cx="0" cy="0"/>
          <a:chOff x="0" y="0"/>
          <a:chExt cx="0" cy="0"/>
        </a:xfrm>
      </p:grpSpPr>
      <p:sp>
        <p:nvSpPr>
          <p:cNvPr id="4" name="Picture Placeholder 37">
            <a:extLst>
              <a:ext uri="{FF2B5EF4-FFF2-40B4-BE49-F238E27FC236}">
                <a16:creationId xmlns:a16="http://schemas.microsoft.com/office/drawing/2014/main" id="{248D3F33-A666-786D-AD61-DDDEED2D3E3A}"/>
              </a:ext>
              <a:ext uri="{C183D7F6-B498-43B3-948B-1728B52AA6E4}">
                <adec:decorative xmlns:adec="http://schemas.microsoft.com/office/drawing/2017/decorative" val="1"/>
              </a:ext>
            </a:extLst>
          </p:cNvPr>
          <p:cNvSpPr>
            <a:spLocks noGrp="1"/>
          </p:cNvSpPr>
          <p:nvPr>
            <p:ph type="pic" sz="quarter" idx="16" hasCustomPrompt="1"/>
          </p:nvPr>
        </p:nvSpPr>
        <p:spPr>
          <a:xfrm>
            <a:off x="0" y="1"/>
            <a:ext cx="20318413" cy="9351962"/>
          </a:xfrm>
          <a:prstGeom prst="rect">
            <a:avLst/>
          </a:prstGeom>
        </p:spPr>
        <p:txBody>
          <a:bodyPr/>
          <a:lstStyle>
            <a:lvl1pPr marL="0" indent="0">
              <a:buNone/>
              <a:defRPr/>
            </a:lvl1pPr>
          </a:lstStyle>
          <a:p>
            <a:r>
              <a:rPr lang="en-US"/>
              <a:t>Insert Full Width Photo</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41291" y="1870606"/>
            <a:ext cx="5486400" cy="3936225"/>
          </a:xfrm>
          <a:prstGeom prst="rect">
            <a:avLst/>
          </a:prstGeom>
        </p:spPr>
        <p:txBody>
          <a:bodyPr anchor="b">
            <a:noAutofit/>
          </a:bodyPr>
          <a:lstStyle>
            <a:lvl1pPr algn="l">
              <a:lnSpc>
                <a:spcPct val="100000"/>
              </a:lnSpc>
              <a:spcAft>
                <a:spcPts val="1000"/>
              </a:spcAft>
              <a:defRPr sz="4800" b="1">
                <a:solidFill>
                  <a:schemeClr val="bg1"/>
                </a:solidFill>
                <a:latin typeface="+mj-lt"/>
                <a:cs typeface="Poppins" pitchFamily="2" charset="77"/>
              </a:defRPr>
            </a:lvl1pPr>
          </a:lstStyle>
          <a:p>
            <a:r>
              <a:rPr lang="en-GB"/>
              <a:t>Click to add featured title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41291" y="6003397"/>
            <a:ext cx="5486400" cy="2759603"/>
          </a:xfrm>
          <a:prstGeom prst="rect">
            <a:avLst/>
          </a:prstGeom>
        </p:spPr>
        <p:txBody>
          <a:bodyPr/>
          <a:lstStyle>
            <a:lvl1pPr marL="0" indent="0" algn="l">
              <a:buNone/>
              <a:defRPr sz="40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Click to edit subtitle</a:t>
            </a:r>
            <a:endParaRPr lang="en-US"/>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041291" y="9811422"/>
            <a:ext cx="8278555" cy="317989"/>
          </a:xfrm>
          <a:prstGeom prst="rect">
            <a:avLst/>
          </a:prstGeom>
        </p:spPr>
        <p:txBody>
          <a:bodyPr/>
          <a:lstStyle>
            <a:lvl1pPr>
              <a:defRPr sz="2600">
                <a:solidFill>
                  <a:schemeClr val="accent1"/>
                </a:solidFill>
              </a:defRPr>
            </a:lvl1pPr>
          </a:lstStyle>
          <a:p>
            <a:pPr lvl="0"/>
            <a:r>
              <a:rPr lang="en-US"/>
              <a:t>Presenter Name</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041291" y="10221730"/>
            <a:ext cx="4620955" cy="317989"/>
          </a:xfrm>
          <a:prstGeom prst="rect">
            <a:avLst/>
          </a:prstGeom>
        </p:spPr>
        <p:txBody>
          <a:bodyPr/>
          <a:lstStyle>
            <a:lvl1pPr>
              <a:defRPr sz="2600">
                <a:solidFill>
                  <a:schemeClr val="accent1"/>
                </a:solidFill>
              </a:defRPr>
            </a:lvl1pPr>
          </a:lstStyle>
          <a:p>
            <a:pPr lvl="0"/>
            <a:r>
              <a:rPr lang="en-US"/>
              <a:t>Date</a:t>
            </a:r>
          </a:p>
        </p:txBody>
      </p:sp>
      <p:pic>
        <p:nvPicPr>
          <p:cNvPr id="12" name="Picture 40" descr="McMaster Brighter World Logo">
            <a:extLst>
              <a:ext uri="{FF2B5EF4-FFF2-40B4-BE49-F238E27FC236}">
                <a16:creationId xmlns:a16="http://schemas.microsoft.com/office/drawing/2014/main" id="{46D95FE9-F714-B0F4-63D2-8EE8C6CDC68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623019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3 - Full Bleed w/ Maroon - Black Text">
    <p:bg>
      <p:bgPr>
        <a:solidFill>
          <a:schemeClr val="accent1"/>
        </a:solidFill>
        <a:effectLst/>
      </p:bgPr>
    </p:bg>
    <p:spTree>
      <p:nvGrpSpPr>
        <p:cNvPr id="1" name=""/>
        <p:cNvGrpSpPr/>
        <p:nvPr/>
      </p:nvGrpSpPr>
      <p:grpSpPr>
        <a:xfrm>
          <a:off x="0" y="0"/>
          <a:ext cx="0" cy="0"/>
          <a:chOff x="0" y="0"/>
          <a:chExt cx="0" cy="0"/>
        </a:xfrm>
      </p:grpSpPr>
      <p:sp>
        <p:nvSpPr>
          <p:cNvPr id="4" name="Picture Placeholder 37">
            <a:extLst>
              <a:ext uri="{FF2B5EF4-FFF2-40B4-BE49-F238E27FC236}">
                <a16:creationId xmlns:a16="http://schemas.microsoft.com/office/drawing/2014/main" id="{248D3F33-A666-786D-AD61-DDDEED2D3E3A}"/>
              </a:ext>
              <a:ext uri="{C183D7F6-B498-43B3-948B-1728B52AA6E4}">
                <adec:decorative xmlns:adec="http://schemas.microsoft.com/office/drawing/2017/decorative" val="1"/>
              </a:ext>
            </a:extLst>
          </p:cNvPr>
          <p:cNvSpPr>
            <a:spLocks noGrp="1"/>
          </p:cNvSpPr>
          <p:nvPr>
            <p:ph type="pic" sz="quarter" idx="16" hasCustomPrompt="1"/>
          </p:nvPr>
        </p:nvSpPr>
        <p:spPr>
          <a:xfrm>
            <a:off x="0" y="1"/>
            <a:ext cx="20318413" cy="9351962"/>
          </a:xfrm>
          <a:prstGeom prst="rect">
            <a:avLst/>
          </a:prstGeom>
        </p:spPr>
        <p:txBody>
          <a:bodyPr>
            <a:noAutofit/>
          </a:bodyPr>
          <a:lstStyle>
            <a:lvl1pPr marL="0" indent="0">
              <a:buNone/>
              <a:defRPr>
                <a:solidFill>
                  <a:schemeClr val="bg1"/>
                </a:solidFill>
              </a:defRPr>
            </a:lvl1pPr>
          </a:lstStyle>
          <a:p>
            <a:r>
              <a:rPr lang="en-US"/>
              <a:t>Insert Full Width Photo</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41291" y="1870606"/>
            <a:ext cx="5486400" cy="3936225"/>
          </a:xfrm>
          <a:prstGeom prst="rect">
            <a:avLst/>
          </a:prstGeom>
        </p:spPr>
        <p:txBody>
          <a:bodyPr anchor="b">
            <a:noAutofit/>
          </a:bodyPr>
          <a:lstStyle>
            <a:lvl1pPr algn="l">
              <a:lnSpc>
                <a:spcPct val="100000"/>
              </a:lnSpc>
              <a:spcAft>
                <a:spcPts val="1000"/>
              </a:spcAft>
              <a:defRPr sz="4800" b="1">
                <a:solidFill>
                  <a:schemeClr val="tx1"/>
                </a:solidFill>
                <a:latin typeface="+mj-lt"/>
                <a:cs typeface="Poppins" pitchFamily="2" charset="77"/>
              </a:defRPr>
            </a:lvl1pPr>
          </a:lstStyle>
          <a:p>
            <a:r>
              <a:rPr lang="en-GB"/>
              <a:t>Click to add featured title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41291" y="6003397"/>
            <a:ext cx="5486400" cy="2759603"/>
          </a:xfrm>
          <a:prstGeom prst="rect">
            <a:avLst/>
          </a:prstGeom>
        </p:spPr>
        <p:txBody>
          <a:bodyPr/>
          <a:lstStyle>
            <a:lvl1pPr marL="0" indent="0" algn="l">
              <a:buNone/>
              <a:defRPr sz="4000">
                <a:solidFill>
                  <a:schemeClr val="tx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Click to edit subtitle</a:t>
            </a:r>
            <a:endParaRPr lang="en-US"/>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041291" y="9811422"/>
            <a:ext cx="8278555" cy="317989"/>
          </a:xfrm>
          <a:prstGeom prst="rect">
            <a:avLst/>
          </a:prstGeom>
        </p:spPr>
        <p:txBody>
          <a:bodyPr/>
          <a:lstStyle>
            <a:lvl1pPr>
              <a:defRPr sz="2600">
                <a:solidFill>
                  <a:schemeClr val="bg1"/>
                </a:solidFill>
              </a:defRPr>
            </a:lvl1pPr>
          </a:lstStyle>
          <a:p>
            <a:pPr lvl="0"/>
            <a:r>
              <a:rPr lang="en-US"/>
              <a:t>Presenter Name</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041291" y="10221730"/>
            <a:ext cx="4620955" cy="317989"/>
          </a:xfrm>
          <a:prstGeom prst="rect">
            <a:avLst/>
          </a:prstGeom>
        </p:spPr>
        <p:txBody>
          <a:bodyPr/>
          <a:lstStyle>
            <a:lvl1pPr>
              <a:defRPr sz="2600">
                <a:solidFill>
                  <a:schemeClr val="bg1"/>
                </a:solidFill>
              </a:defRPr>
            </a:lvl1pPr>
          </a:lstStyle>
          <a:p>
            <a:pPr lvl="0"/>
            <a:r>
              <a:rPr lang="en-US"/>
              <a:t>Date</a:t>
            </a:r>
          </a:p>
        </p:txBody>
      </p:sp>
      <p:pic>
        <p:nvPicPr>
          <p:cNvPr id="5" name="Picture 40" descr="McMaster Brighter World Logo">
            <a:extLst>
              <a:ext uri="{FF2B5EF4-FFF2-40B4-BE49-F238E27FC236}">
                <a16:creationId xmlns:a16="http://schemas.microsoft.com/office/drawing/2014/main" id="{8B657A84-7865-9E08-DA84-CCEB6051D21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1580578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3b - Full Bleed w/ Maroon - White Text">
    <p:bg>
      <p:bgPr>
        <a:solidFill>
          <a:schemeClr val="accent1"/>
        </a:solidFill>
        <a:effectLst/>
      </p:bgPr>
    </p:bg>
    <p:spTree>
      <p:nvGrpSpPr>
        <p:cNvPr id="1" name=""/>
        <p:cNvGrpSpPr/>
        <p:nvPr/>
      </p:nvGrpSpPr>
      <p:grpSpPr>
        <a:xfrm>
          <a:off x="0" y="0"/>
          <a:ext cx="0" cy="0"/>
          <a:chOff x="0" y="0"/>
          <a:chExt cx="0" cy="0"/>
        </a:xfrm>
      </p:grpSpPr>
      <p:sp>
        <p:nvSpPr>
          <p:cNvPr id="4" name="Picture Placeholder 37">
            <a:extLst>
              <a:ext uri="{FF2B5EF4-FFF2-40B4-BE49-F238E27FC236}">
                <a16:creationId xmlns:a16="http://schemas.microsoft.com/office/drawing/2014/main" id="{248D3F33-A666-786D-AD61-DDDEED2D3E3A}"/>
              </a:ext>
              <a:ext uri="{C183D7F6-B498-43B3-948B-1728B52AA6E4}">
                <adec:decorative xmlns:adec="http://schemas.microsoft.com/office/drawing/2017/decorative" val="1"/>
              </a:ext>
            </a:extLst>
          </p:cNvPr>
          <p:cNvSpPr>
            <a:spLocks noGrp="1"/>
          </p:cNvSpPr>
          <p:nvPr>
            <p:ph type="pic" sz="quarter" idx="16" hasCustomPrompt="1"/>
          </p:nvPr>
        </p:nvSpPr>
        <p:spPr>
          <a:xfrm>
            <a:off x="0" y="1"/>
            <a:ext cx="20318413" cy="9351962"/>
          </a:xfrm>
          <a:prstGeom prst="rect">
            <a:avLst/>
          </a:prstGeom>
        </p:spPr>
        <p:txBody>
          <a:bodyPr/>
          <a:lstStyle>
            <a:lvl1pPr marL="0" indent="0">
              <a:buNone/>
              <a:defRPr>
                <a:solidFill>
                  <a:schemeClr val="bg1"/>
                </a:solidFill>
              </a:defRPr>
            </a:lvl1pPr>
          </a:lstStyle>
          <a:p>
            <a:r>
              <a:rPr lang="en-US"/>
              <a:t>Insert Full Width Photo</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41291" y="1870606"/>
            <a:ext cx="5486400" cy="3936225"/>
          </a:xfrm>
          <a:prstGeom prst="rect">
            <a:avLst/>
          </a:prstGeom>
        </p:spPr>
        <p:txBody>
          <a:bodyPr anchor="b">
            <a:noAutofit/>
          </a:bodyPr>
          <a:lstStyle>
            <a:lvl1pPr algn="l">
              <a:lnSpc>
                <a:spcPct val="100000"/>
              </a:lnSpc>
              <a:spcAft>
                <a:spcPts val="1000"/>
              </a:spcAft>
              <a:defRPr sz="4800" b="1">
                <a:solidFill>
                  <a:schemeClr val="bg1"/>
                </a:solidFill>
                <a:latin typeface="+mj-lt"/>
                <a:cs typeface="Poppins" pitchFamily="2" charset="77"/>
              </a:defRPr>
            </a:lvl1pPr>
          </a:lstStyle>
          <a:p>
            <a:r>
              <a:rPr lang="en-GB"/>
              <a:t>Click to add featured title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41291" y="6003397"/>
            <a:ext cx="5486400" cy="2759603"/>
          </a:xfrm>
          <a:prstGeom prst="rect">
            <a:avLst/>
          </a:prstGeom>
        </p:spPr>
        <p:txBody>
          <a:bodyPr/>
          <a:lstStyle>
            <a:lvl1pPr marL="0" indent="0" algn="l">
              <a:buNone/>
              <a:defRPr sz="40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Click to edit subtitle</a:t>
            </a:r>
            <a:endParaRPr lang="en-US"/>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041291" y="9811422"/>
            <a:ext cx="8278555" cy="317989"/>
          </a:xfrm>
          <a:prstGeom prst="rect">
            <a:avLst/>
          </a:prstGeom>
        </p:spPr>
        <p:txBody>
          <a:bodyPr/>
          <a:lstStyle>
            <a:lvl1pPr>
              <a:defRPr sz="2600">
                <a:solidFill>
                  <a:schemeClr val="bg1"/>
                </a:solidFill>
              </a:defRPr>
            </a:lvl1pPr>
          </a:lstStyle>
          <a:p>
            <a:pPr lvl="0"/>
            <a:r>
              <a:rPr lang="en-US"/>
              <a:t>Presenter Name</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041291" y="10221730"/>
            <a:ext cx="4620955" cy="317989"/>
          </a:xfrm>
          <a:prstGeom prst="rect">
            <a:avLst/>
          </a:prstGeom>
        </p:spPr>
        <p:txBody>
          <a:bodyPr/>
          <a:lstStyle>
            <a:lvl1pPr>
              <a:defRPr sz="2600">
                <a:solidFill>
                  <a:schemeClr val="bg1"/>
                </a:solidFill>
              </a:defRPr>
            </a:lvl1pPr>
          </a:lstStyle>
          <a:p>
            <a:pPr lvl="0"/>
            <a:r>
              <a:rPr lang="en-US"/>
              <a:t>Date</a:t>
            </a:r>
          </a:p>
        </p:txBody>
      </p:sp>
      <p:pic>
        <p:nvPicPr>
          <p:cNvPr id="5" name="Picture 40" descr="McMaster Brighter World Logo">
            <a:extLst>
              <a:ext uri="{FF2B5EF4-FFF2-40B4-BE49-F238E27FC236}">
                <a16:creationId xmlns:a16="http://schemas.microsoft.com/office/drawing/2014/main" id="{8B657A84-7865-9E08-DA84-CCEB6051D21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1515453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osing Slide 2 - Full Blee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8EBE3D3-D3BA-6C66-0F60-CE45C9A80A80}"/>
              </a:ext>
              <a:ext uri="{C183D7F6-B498-43B3-948B-1728B52AA6E4}">
                <adec:decorative xmlns:adec="http://schemas.microsoft.com/office/drawing/2017/decorative" val="1"/>
              </a:ext>
            </a:extLst>
          </p:cNvPr>
          <p:cNvSpPr/>
          <p:nvPr userDrawn="1"/>
        </p:nvSpPr>
        <p:spPr>
          <a:xfrm>
            <a:off x="14151429" y="0"/>
            <a:ext cx="6166984" cy="1143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37">
            <a:extLst>
              <a:ext uri="{FF2B5EF4-FFF2-40B4-BE49-F238E27FC236}">
                <a16:creationId xmlns:a16="http://schemas.microsoft.com/office/drawing/2014/main" id="{7BC0CDB4-B309-664E-5317-16C741F0DC5A}"/>
              </a:ext>
            </a:extLst>
          </p:cNvPr>
          <p:cNvSpPr>
            <a:spLocks noGrp="1"/>
          </p:cNvSpPr>
          <p:nvPr>
            <p:ph type="pic" sz="quarter" idx="16"/>
          </p:nvPr>
        </p:nvSpPr>
        <p:spPr>
          <a:xfrm>
            <a:off x="-1" y="0"/>
            <a:ext cx="14149846" cy="11429999"/>
          </a:xfrm>
          <a:prstGeom prst="rect">
            <a:avLst/>
          </a:prstGeom>
        </p:spPr>
        <p:txBody>
          <a:bodyPr/>
          <a:lstStyle/>
          <a:p>
            <a:endParaRPr lang="en-US"/>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4149846" y="430098"/>
            <a:ext cx="5730418" cy="919279"/>
          </a:xfrm>
          <a:prstGeom prst="rect">
            <a:avLst/>
          </a:prstGeom>
        </p:spPr>
        <p:txBody>
          <a:bodyPr anchor="b">
            <a:noAutofit/>
          </a:bodyPr>
          <a:lstStyle>
            <a:lvl1pPr algn="ctr">
              <a:lnSpc>
                <a:spcPct val="110000"/>
              </a:lnSpc>
              <a:spcAft>
                <a:spcPts val="1000"/>
              </a:spcAft>
              <a:defRPr sz="4800" b="1">
                <a:solidFill>
                  <a:schemeClr val="bg1"/>
                </a:solidFill>
                <a:latin typeface="+mj-lt"/>
                <a:cs typeface="Poppins" pitchFamily="2" charset="77"/>
              </a:defRPr>
            </a:lvl1pPr>
          </a:lstStyle>
          <a:p>
            <a:r>
              <a:rPr lang="en-GB"/>
              <a:t>Thank you!</a:t>
            </a:r>
            <a:endParaRPr lang="en-US"/>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4832809" y="1678778"/>
            <a:ext cx="4620954" cy="919279"/>
          </a:xfrm>
          <a:prstGeom prst="rect">
            <a:avLst/>
          </a:prstGeom>
        </p:spPr>
        <p:txBody>
          <a:bodyPr/>
          <a:lstStyle>
            <a:lvl1pPr marL="0" indent="0">
              <a:buNone/>
              <a:defRPr sz="2600" b="1">
                <a:solidFill>
                  <a:schemeClr val="bg1"/>
                </a:solidFill>
              </a:defRPr>
            </a:lvl1pPr>
          </a:lstStyle>
          <a:p>
            <a:pPr lvl="0"/>
            <a:r>
              <a:rPr lang="en-US"/>
              <a:t>Presenter Name</a:t>
            </a:r>
          </a:p>
        </p:txBody>
      </p:sp>
      <p:sp>
        <p:nvSpPr>
          <p:cNvPr id="18" name="Text Placeholder 25">
            <a:extLst>
              <a:ext uri="{FF2B5EF4-FFF2-40B4-BE49-F238E27FC236}">
                <a16:creationId xmlns:a16="http://schemas.microsoft.com/office/drawing/2014/main" id="{E541934F-CE61-AF06-06B6-6B15C0576F56}"/>
              </a:ext>
            </a:extLst>
          </p:cNvPr>
          <p:cNvSpPr>
            <a:spLocks noGrp="1"/>
          </p:cNvSpPr>
          <p:nvPr>
            <p:ph type="body" sz="quarter" idx="12" hasCustomPrompt="1"/>
          </p:nvPr>
        </p:nvSpPr>
        <p:spPr>
          <a:xfrm>
            <a:off x="14832808" y="2948782"/>
            <a:ext cx="4620955" cy="317989"/>
          </a:xfrm>
          <a:prstGeom prst="rect">
            <a:avLst/>
          </a:prstGeom>
        </p:spPr>
        <p:txBody>
          <a:bodyPr/>
          <a:lstStyle>
            <a:lvl1pPr>
              <a:defRPr sz="2600">
                <a:solidFill>
                  <a:schemeClr val="bg1"/>
                </a:solidFill>
              </a:defRPr>
            </a:lvl1pPr>
          </a:lstStyle>
          <a:p>
            <a:pPr lvl="0"/>
            <a:r>
              <a:rPr lang="en-US"/>
              <a:t>Title</a:t>
            </a:r>
          </a:p>
        </p:txBody>
      </p:sp>
      <p:sp>
        <p:nvSpPr>
          <p:cNvPr id="19" name="Text Placeholder 25">
            <a:extLst>
              <a:ext uri="{FF2B5EF4-FFF2-40B4-BE49-F238E27FC236}">
                <a16:creationId xmlns:a16="http://schemas.microsoft.com/office/drawing/2014/main" id="{699EA757-CAA9-604E-B8EB-425B15B58BE5}"/>
              </a:ext>
            </a:extLst>
          </p:cNvPr>
          <p:cNvSpPr>
            <a:spLocks noGrp="1"/>
          </p:cNvSpPr>
          <p:nvPr>
            <p:ph type="body" sz="quarter" idx="19" hasCustomPrompt="1"/>
          </p:nvPr>
        </p:nvSpPr>
        <p:spPr>
          <a:xfrm>
            <a:off x="14832808" y="3456783"/>
            <a:ext cx="4620955" cy="317989"/>
          </a:xfrm>
          <a:prstGeom prst="rect">
            <a:avLst/>
          </a:prstGeom>
        </p:spPr>
        <p:txBody>
          <a:bodyPr/>
          <a:lstStyle>
            <a:lvl1pPr>
              <a:defRPr sz="2600">
                <a:solidFill>
                  <a:schemeClr val="bg1"/>
                </a:solidFill>
              </a:defRPr>
            </a:lvl1pPr>
          </a:lstStyle>
          <a:p>
            <a:pPr lvl="0"/>
            <a:r>
              <a:rPr lang="en-US"/>
              <a:t>email</a:t>
            </a:r>
          </a:p>
        </p:txBody>
      </p:sp>
      <p:sp>
        <p:nvSpPr>
          <p:cNvPr id="20" name="Text Placeholder 25">
            <a:extLst>
              <a:ext uri="{FF2B5EF4-FFF2-40B4-BE49-F238E27FC236}">
                <a16:creationId xmlns:a16="http://schemas.microsoft.com/office/drawing/2014/main" id="{E2AFE52A-5C16-C9BE-79D6-EF38DEE4F413}"/>
              </a:ext>
            </a:extLst>
          </p:cNvPr>
          <p:cNvSpPr>
            <a:spLocks noGrp="1"/>
          </p:cNvSpPr>
          <p:nvPr>
            <p:ph type="body" sz="quarter" idx="20" hasCustomPrompt="1"/>
          </p:nvPr>
        </p:nvSpPr>
        <p:spPr>
          <a:xfrm>
            <a:off x="14832808" y="5162206"/>
            <a:ext cx="4620955" cy="919279"/>
          </a:xfrm>
          <a:prstGeom prst="rect">
            <a:avLst/>
          </a:prstGeom>
        </p:spPr>
        <p:txBody>
          <a:bodyPr/>
          <a:lstStyle>
            <a:lvl1pPr marL="0" indent="0">
              <a:lnSpc>
                <a:spcPct val="90000"/>
              </a:lnSpc>
              <a:buNone/>
              <a:defRPr sz="2600" b="1">
                <a:solidFill>
                  <a:schemeClr val="bg1"/>
                </a:solidFill>
              </a:defRPr>
            </a:lvl1pPr>
          </a:lstStyle>
          <a:p>
            <a:pPr lvl="0"/>
            <a:r>
              <a:rPr lang="en-US"/>
              <a:t>Presenter Name</a:t>
            </a:r>
          </a:p>
        </p:txBody>
      </p:sp>
      <p:sp>
        <p:nvSpPr>
          <p:cNvPr id="21" name="Text Placeholder 25">
            <a:extLst>
              <a:ext uri="{FF2B5EF4-FFF2-40B4-BE49-F238E27FC236}">
                <a16:creationId xmlns:a16="http://schemas.microsoft.com/office/drawing/2014/main" id="{C654BE1F-9059-4847-3B90-768A01CA4D7C}"/>
              </a:ext>
            </a:extLst>
          </p:cNvPr>
          <p:cNvSpPr>
            <a:spLocks noGrp="1"/>
          </p:cNvSpPr>
          <p:nvPr>
            <p:ph type="body" sz="quarter" idx="21" hasCustomPrompt="1"/>
          </p:nvPr>
        </p:nvSpPr>
        <p:spPr>
          <a:xfrm>
            <a:off x="14832808" y="6432210"/>
            <a:ext cx="4620955" cy="317989"/>
          </a:xfrm>
          <a:prstGeom prst="rect">
            <a:avLst/>
          </a:prstGeom>
        </p:spPr>
        <p:txBody>
          <a:bodyPr/>
          <a:lstStyle>
            <a:lvl1pPr>
              <a:defRPr sz="2600">
                <a:solidFill>
                  <a:schemeClr val="bg1"/>
                </a:solidFill>
              </a:defRPr>
            </a:lvl1pPr>
          </a:lstStyle>
          <a:p>
            <a:pPr lvl="0"/>
            <a:r>
              <a:rPr lang="en-US"/>
              <a:t>Title</a:t>
            </a:r>
          </a:p>
        </p:txBody>
      </p:sp>
      <p:sp>
        <p:nvSpPr>
          <p:cNvPr id="22" name="Text Placeholder 25">
            <a:extLst>
              <a:ext uri="{FF2B5EF4-FFF2-40B4-BE49-F238E27FC236}">
                <a16:creationId xmlns:a16="http://schemas.microsoft.com/office/drawing/2014/main" id="{CEF91EF5-F25E-E06D-1B3A-B79517D70855}"/>
              </a:ext>
            </a:extLst>
          </p:cNvPr>
          <p:cNvSpPr>
            <a:spLocks noGrp="1"/>
          </p:cNvSpPr>
          <p:nvPr>
            <p:ph type="body" sz="quarter" idx="22" hasCustomPrompt="1"/>
          </p:nvPr>
        </p:nvSpPr>
        <p:spPr>
          <a:xfrm>
            <a:off x="14832808" y="6940211"/>
            <a:ext cx="4620955" cy="317989"/>
          </a:xfrm>
          <a:prstGeom prst="rect">
            <a:avLst/>
          </a:prstGeom>
        </p:spPr>
        <p:txBody>
          <a:bodyPr/>
          <a:lstStyle>
            <a:lvl1pPr>
              <a:defRPr sz="2600">
                <a:solidFill>
                  <a:schemeClr val="bg1"/>
                </a:solidFill>
              </a:defRPr>
            </a:lvl1pPr>
          </a:lstStyle>
          <a:p>
            <a:pPr lvl="0"/>
            <a:r>
              <a:rPr lang="en-US"/>
              <a:t>email</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4824314" y="8617342"/>
            <a:ext cx="4620955" cy="317989"/>
          </a:xfrm>
          <a:prstGeom prst="rect">
            <a:avLst/>
          </a:prstGeom>
        </p:spPr>
        <p:txBody>
          <a:bodyPr/>
          <a:lstStyle>
            <a:lvl1pPr>
              <a:defRPr sz="2600">
                <a:solidFill>
                  <a:schemeClr val="bg1"/>
                </a:solidFill>
              </a:defRPr>
            </a:lvl1pPr>
          </a:lstStyle>
          <a:p>
            <a:pPr lvl="0"/>
            <a:r>
              <a:rPr lang="en-US"/>
              <a:t>Date</a:t>
            </a:r>
          </a:p>
        </p:txBody>
      </p:sp>
      <p:pic>
        <p:nvPicPr>
          <p:cNvPr id="16" name="Picture 40" descr="McMaster Brighter World Logo">
            <a:extLst>
              <a:ext uri="{FF2B5EF4-FFF2-40B4-BE49-F238E27FC236}">
                <a16:creationId xmlns:a16="http://schemas.microsoft.com/office/drawing/2014/main" id="{90F3F9D5-D4DD-F94C-8A0C-628AE1FDC53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2473293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yout 1 - 2 Column w/ Media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marL="0" marR="0" indent="0" algn="l" defTabSz="1523848" rtl="0" eaLnBrk="1" fontAlgn="auto" latinLnBrk="0" hangingPunct="1">
              <a:lnSpc>
                <a:spcPct val="110000"/>
              </a:lnSpc>
              <a:spcBef>
                <a:spcPct val="0"/>
              </a:spcBef>
              <a:spcAft>
                <a:spcPts val="1000"/>
              </a:spcAft>
              <a:buClrTx/>
              <a:buSzTx/>
              <a:buFontTx/>
              <a:buNone/>
              <a:tabLst/>
              <a:defRPr sz="4400" b="1">
                <a:solidFill>
                  <a:schemeClr val="tx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marR="0" indent="0" algn="l" defTabSz="1523848" rtl="0" eaLnBrk="1" fontAlgn="auto" latinLnBrk="0" hangingPunct="1">
              <a:lnSpc>
                <a:spcPct val="90000"/>
              </a:lnSpc>
              <a:spcBef>
                <a:spcPts val="1667"/>
              </a:spcBef>
              <a:spcAft>
                <a:spcPts val="0"/>
              </a:spcAft>
              <a:buClrTx/>
              <a:buSzTx/>
              <a:buFont typeface="Arial" panose="020B0604020202020204" pitchFamily="34" charset="0"/>
              <a:buNone/>
              <a:tabLst/>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4" name="Straight Connector 3">
            <a:extLst>
              <a:ext uri="{FF2B5EF4-FFF2-40B4-BE49-F238E27FC236}">
                <a16:creationId xmlns:a16="http://schemas.microsoft.com/office/drawing/2014/main" id="{FB4B14DC-23EE-FBE4-6AE9-EC06E3E5F700}"/>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7174E78C-7224-CFE0-F0BC-D6CF58ECD75C}"/>
              </a:ext>
            </a:extLst>
          </p:cNvPr>
          <p:cNvSpPr>
            <a:spLocks noGrp="1"/>
          </p:cNvSpPr>
          <p:nvPr>
            <p:ph idx="19" hasCustomPrompt="1"/>
          </p:nvPr>
        </p:nvSpPr>
        <p:spPr>
          <a:xfrm>
            <a:off x="10522227" y="2584174"/>
            <a:ext cx="9358035" cy="6864625"/>
          </a:xfrm>
          <a:prstGeom prst="rect">
            <a:avLst/>
          </a:prstGeom>
        </p:spPr>
        <p:txBody>
          <a:bodyPr/>
          <a:lstStyle>
            <a:lvl1pPr algn="ctr">
              <a:defRPr sz="2500">
                <a:solidFill>
                  <a:schemeClr val="tx1"/>
                </a:solidFill>
              </a:defRPr>
            </a:lvl1pPr>
          </a:lstStyle>
          <a:p>
            <a:pPr lvl="0"/>
            <a:r>
              <a:rPr lang="en-US"/>
              <a:t>Click to add media</a:t>
            </a:r>
          </a:p>
        </p:txBody>
      </p:sp>
      <p:sp>
        <p:nvSpPr>
          <p:cNvPr id="13" name="Footer Placeholder 12">
            <a:extLst>
              <a:ext uri="{FF2B5EF4-FFF2-40B4-BE49-F238E27FC236}">
                <a16:creationId xmlns:a16="http://schemas.microsoft.com/office/drawing/2014/main" id="{86AFD4D6-CC7D-9D99-DF02-F294BC8603E0}"/>
              </a:ext>
            </a:extLst>
          </p:cNvPr>
          <p:cNvSpPr>
            <a:spLocks noGrp="1"/>
          </p:cNvSpPr>
          <p:nvPr>
            <p:ph type="ftr" sz="quarter" idx="21"/>
          </p:nvPr>
        </p:nvSpPr>
        <p:spPr/>
        <p:txBody>
          <a:bodyPr/>
          <a:lstStyle/>
          <a:p>
            <a:endParaRPr lang="en-US"/>
          </a:p>
        </p:txBody>
      </p:sp>
      <p:sp>
        <p:nvSpPr>
          <p:cNvPr id="15" name="Date Placeholder 3">
            <a:extLst>
              <a:ext uri="{FF2B5EF4-FFF2-40B4-BE49-F238E27FC236}">
                <a16:creationId xmlns:a16="http://schemas.microsoft.com/office/drawing/2014/main" id="{5B5A15BD-FD3B-A9EB-7651-4C15CB2C142B}"/>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April 12, 2026</a:t>
            </a:fld>
            <a:endParaRPr lang="en-US"/>
          </a:p>
        </p:txBody>
      </p:sp>
      <p:sp>
        <p:nvSpPr>
          <p:cNvPr id="14" name="Slide Number Placeholder 13">
            <a:extLst>
              <a:ext uri="{FF2B5EF4-FFF2-40B4-BE49-F238E27FC236}">
                <a16:creationId xmlns:a16="http://schemas.microsoft.com/office/drawing/2014/main" id="{633B25B5-1522-E269-6B4D-E80F42610EA8}"/>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846244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yout 1b - 2 Column w/ Media Left - No Header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7174E78C-7224-CFE0-F0BC-D6CF58ECD75C}"/>
              </a:ext>
            </a:extLst>
          </p:cNvPr>
          <p:cNvSpPr>
            <a:spLocks noGrp="1"/>
          </p:cNvSpPr>
          <p:nvPr>
            <p:ph idx="19" hasCustomPrompt="1"/>
          </p:nvPr>
        </p:nvSpPr>
        <p:spPr>
          <a:xfrm>
            <a:off x="10522227" y="2584174"/>
            <a:ext cx="9358035" cy="6864625"/>
          </a:xfrm>
          <a:prstGeom prst="rect">
            <a:avLst/>
          </a:prstGeom>
        </p:spPr>
        <p:txBody>
          <a:bodyPr/>
          <a:lstStyle>
            <a:lvl1pPr algn="ctr">
              <a:defRPr sz="2500">
                <a:solidFill>
                  <a:schemeClr val="tx1"/>
                </a:solidFill>
              </a:defRPr>
            </a:lvl1pPr>
          </a:lstStyle>
          <a:p>
            <a:pPr lvl="0"/>
            <a:r>
              <a:rPr lang="en-US"/>
              <a:t>Click to add media</a:t>
            </a:r>
          </a:p>
        </p:txBody>
      </p:sp>
      <p:sp>
        <p:nvSpPr>
          <p:cNvPr id="8" name="Footer Placeholder 7">
            <a:extLst>
              <a:ext uri="{FF2B5EF4-FFF2-40B4-BE49-F238E27FC236}">
                <a16:creationId xmlns:a16="http://schemas.microsoft.com/office/drawing/2014/main" id="{3FF6AF12-7C41-8BE1-F0D0-29655407E7C0}"/>
              </a:ext>
            </a:extLst>
          </p:cNvPr>
          <p:cNvSpPr>
            <a:spLocks noGrp="1"/>
          </p:cNvSpPr>
          <p:nvPr>
            <p:ph type="ftr" sz="quarter" idx="21"/>
          </p:nvPr>
        </p:nvSpPr>
        <p:spPr/>
        <p:txBody>
          <a:bodyPr/>
          <a:lstStyle/>
          <a:p>
            <a:endParaRPr lang="en-US"/>
          </a:p>
        </p:txBody>
      </p:sp>
      <p:sp>
        <p:nvSpPr>
          <p:cNvPr id="11" name="Date Placeholder 3">
            <a:extLst>
              <a:ext uri="{FF2B5EF4-FFF2-40B4-BE49-F238E27FC236}">
                <a16:creationId xmlns:a16="http://schemas.microsoft.com/office/drawing/2014/main" id="{CB6DC690-5E0E-28AC-904A-0B078C570EF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April 12, 2026</a:t>
            </a:fld>
            <a:endParaRPr lang="en-US"/>
          </a:p>
        </p:txBody>
      </p:sp>
      <p:sp>
        <p:nvSpPr>
          <p:cNvPr id="10" name="Slide Number Placeholder 9">
            <a:extLst>
              <a:ext uri="{FF2B5EF4-FFF2-40B4-BE49-F238E27FC236}">
                <a16:creationId xmlns:a16="http://schemas.microsoft.com/office/drawing/2014/main" id="{6E704A5E-F49B-B7F5-E918-A733AE8352DD}"/>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913985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yout 2 - 2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896D3EB3-4253-442C-A8D9-9DF1DE97D528}"/>
              </a:ext>
            </a:extLst>
          </p:cNvPr>
          <p:cNvSpPr>
            <a:spLocks noGrp="1"/>
          </p:cNvSpPr>
          <p:nvPr>
            <p:ph type="body" sz="quarter" idx="15"/>
          </p:nvPr>
        </p:nvSpPr>
        <p:spPr>
          <a:xfrm>
            <a:off x="10523054" y="2584175"/>
            <a:ext cx="9358037" cy="6864614"/>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9D081330-5A28-E4D0-9326-FCD3C8A3092B}"/>
              </a:ext>
            </a:extLst>
          </p:cNvPr>
          <p:cNvSpPr>
            <a:spLocks noGrp="1"/>
          </p:cNvSpPr>
          <p:nvPr>
            <p:ph type="ftr" sz="quarter" idx="17"/>
          </p:nvPr>
        </p:nvSpPr>
        <p:spPr/>
        <p:txBody>
          <a:bodyPr/>
          <a:lstStyle/>
          <a:p>
            <a:endParaRPr lang="en-US"/>
          </a:p>
        </p:txBody>
      </p:sp>
      <p:sp>
        <p:nvSpPr>
          <p:cNvPr id="6" name="Date Placeholder 5">
            <a:extLst>
              <a:ext uri="{FF2B5EF4-FFF2-40B4-BE49-F238E27FC236}">
                <a16:creationId xmlns:a16="http://schemas.microsoft.com/office/drawing/2014/main" id="{99142229-C23E-F804-341D-00160009F1E6}"/>
              </a:ext>
            </a:extLst>
          </p:cNvPr>
          <p:cNvSpPr>
            <a:spLocks noGrp="1"/>
          </p:cNvSpPr>
          <p:nvPr>
            <p:ph type="dt" sz="half" idx="16"/>
          </p:nvPr>
        </p:nvSpPr>
        <p:spPr/>
        <p:txBody>
          <a:bodyPr/>
          <a:lstStyle/>
          <a:p>
            <a:fld id="{D2792E9C-7E5E-F14F-B049-5BFE22D713B7}" type="datetime4">
              <a:rPr lang="en-CA" smtClean="0"/>
              <a:t>April 12, 2026</a:t>
            </a:fld>
            <a:endParaRPr lang="en-US"/>
          </a:p>
        </p:txBody>
      </p:sp>
      <p:sp>
        <p:nvSpPr>
          <p:cNvPr id="11" name="Slide Number Placeholder 10">
            <a:extLst>
              <a:ext uri="{FF2B5EF4-FFF2-40B4-BE49-F238E27FC236}">
                <a16:creationId xmlns:a16="http://schemas.microsoft.com/office/drawing/2014/main" id="{03A262C7-63EC-2138-A464-D796BD33251E}"/>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442106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yout 3 - 2 Column Text w/ Full Blee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9719213"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9719213"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6" name="Straight Connector 5">
            <a:extLst>
              <a:ext uri="{FF2B5EF4-FFF2-40B4-BE49-F238E27FC236}">
                <a16:creationId xmlns:a16="http://schemas.microsoft.com/office/drawing/2014/main" id="{A26B1CBC-42D7-E0E9-7FA2-DD0FC19C435E}"/>
              </a:ext>
              <a:ext uri="{C183D7F6-B498-43B3-948B-1728B52AA6E4}">
                <adec:decorative xmlns:adec="http://schemas.microsoft.com/office/drawing/2017/decorative" val="1"/>
              </a:ext>
            </a:extLst>
          </p:cNvPr>
          <p:cNvCxnSpPr>
            <a:cxnSpLocks/>
          </p:cNvCxnSpPr>
          <p:nvPr userDrawn="1"/>
        </p:nvCxnSpPr>
        <p:spPr>
          <a:xfrm>
            <a:off x="0" y="1881808"/>
            <a:ext cx="1015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10158413" y="1"/>
            <a:ext cx="10160000" cy="9448786"/>
          </a:xfrm>
          <a:prstGeom prst="rect">
            <a:avLst/>
          </a:prstGeom>
        </p:spPr>
        <p:txBody>
          <a:bodyPr/>
          <a:lstStyle/>
          <a:p>
            <a:endParaRPr lang="en-US"/>
          </a:p>
        </p:txBody>
      </p:sp>
      <p:sp>
        <p:nvSpPr>
          <p:cNvPr id="13" name="Footer Placeholder 12">
            <a:extLst>
              <a:ext uri="{FF2B5EF4-FFF2-40B4-BE49-F238E27FC236}">
                <a16:creationId xmlns:a16="http://schemas.microsoft.com/office/drawing/2014/main" id="{13A5F7C0-3B3D-00CB-EBCE-D8B8259CE32C}"/>
              </a:ext>
            </a:extLst>
          </p:cNvPr>
          <p:cNvSpPr>
            <a:spLocks noGrp="1"/>
          </p:cNvSpPr>
          <p:nvPr>
            <p:ph type="ftr" sz="quarter" idx="17"/>
          </p:nvPr>
        </p:nvSpPr>
        <p:spPr/>
        <p:txBody>
          <a:bodyPr/>
          <a:lstStyle/>
          <a:p>
            <a:endParaRPr lang="en-US"/>
          </a:p>
        </p:txBody>
      </p:sp>
      <p:sp>
        <p:nvSpPr>
          <p:cNvPr id="12" name="Date Placeholder 11">
            <a:extLst>
              <a:ext uri="{FF2B5EF4-FFF2-40B4-BE49-F238E27FC236}">
                <a16:creationId xmlns:a16="http://schemas.microsoft.com/office/drawing/2014/main" id="{31E4168D-5150-026C-2958-B4D881016B62}"/>
              </a:ext>
            </a:extLst>
          </p:cNvPr>
          <p:cNvSpPr>
            <a:spLocks noGrp="1"/>
          </p:cNvSpPr>
          <p:nvPr>
            <p:ph type="dt" sz="half" idx="16"/>
          </p:nvPr>
        </p:nvSpPr>
        <p:spPr/>
        <p:txBody>
          <a:bodyPr/>
          <a:lstStyle/>
          <a:p>
            <a:fld id="{D2792E9C-7E5E-F14F-B049-5BFE22D713B7}" type="datetime4">
              <a:rPr lang="en-CA" smtClean="0"/>
              <a:t>April 12, 2026</a:t>
            </a:fld>
            <a:endParaRPr lang="en-US"/>
          </a:p>
        </p:txBody>
      </p:sp>
      <p:sp>
        <p:nvSpPr>
          <p:cNvPr id="14" name="Slide Number Placeholder 13">
            <a:extLst>
              <a:ext uri="{FF2B5EF4-FFF2-40B4-BE49-F238E27FC236}">
                <a16:creationId xmlns:a16="http://schemas.microsoft.com/office/drawing/2014/main" id="{CF903402-49EA-7F72-EFF3-AA4C3E975EAC}"/>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800355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Layout 3 - 2 Column Text w/ Full Blee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9719213"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9719213"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6" name="Straight Connector 5">
            <a:extLst>
              <a:ext uri="{FF2B5EF4-FFF2-40B4-BE49-F238E27FC236}">
                <a16:creationId xmlns:a16="http://schemas.microsoft.com/office/drawing/2014/main" id="{A26B1CBC-42D7-E0E9-7FA2-DD0FC19C435E}"/>
              </a:ext>
              <a:ext uri="{C183D7F6-B498-43B3-948B-1728B52AA6E4}">
                <adec:decorative xmlns:adec="http://schemas.microsoft.com/office/drawing/2017/decorative" val="1"/>
              </a:ext>
            </a:extLst>
          </p:cNvPr>
          <p:cNvCxnSpPr>
            <a:cxnSpLocks/>
          </p:cNvCxnSpPr>
          <p:nvPr userDrawn="1"/>
        </p:nvCxnSpPr>
        <p:spPr>
          <a:xfrm>
            <a:off x="0" y="1881808"/>
            <a:ext cx="1015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10158413" y="0"/>
            <a:ext cx="10160000" cy="10332000"/>
          </a:xfrm>
          <a:prstGeom prst="rect">
            <a:avLst/>
          </a:prstGeom>
        </p:spPr>
        <p:txBody>
          <a:bodyPr/>
          <a:lstStyle/>
          <a:p>
            <a:endParaRPr lang="en-US"/>
          </a:p>
        </p:txBody>
      </p:sp>
      <p:sp>
        <p:nvSpPr>
          <p:cNvPr id="13" name="Footer Placeholder 12">
            <a:extLst>
              <a:ext uri="{FF2B5EF4-FFF2-40B4-BE49-F238E27FC236}">
                <a16:creationId xmlns:a16="http://schemas.microsoft.com/office/drawing/2014/main" id="{13A5F7C0-3B3D-00CB-EBCE-D8B8259CE32C}"/>
              </a:ext>
            </a:extLst>
          </p:cNvPr>
          <p:cNvSpPr>
            <a:spLocks noGrp="1"/>
          </p:cNvSpPr>
          <p:nvPr>
            <p:ph type="ftr" sz="quarter" idx="17"/>
          </p:nvPr>
        </p:nvSpPr>
        <p:spPr/>
        <p:txBody>
          <a:bodyPr/>
          <a:lstStyle/>
          <a:p>
            <a:endParaRPr lang="en-US"/>
          </a:p>
        </p:txBody>
      </p:sp>
      <p:sp>
        <p:nvSpPr>
          <p:cNvPr id="12" name="Date Placeholder 11">
            <a:extLst>
              <a:ext uri="{FF2B5EF4-FFF2-40B4-BE49-F238E27FC236}">
                <a16:creationId xmlns:a16="http://schemas.microsoft.com/office/drawing/2014/main" id="{31E4168D-5150-026C-2958-B4D881016B62}"/>
              </a:ext>
            </a:extLst>
          </p:cNvPr>
          <p:cNvSpPr>
            <a:spLocks noGrp="1"/>
          </p:cNvSpPr>
          <p:nvPr>
            <p:ph type="dt" sz="half" idx="16"/>
          </p:nvPr>
        </p:nvSpPr>
        <p:spPr/>
        <p:txBody>
          <a:bodyPr/>
          <a:lstStyle/>
          <a:p>
            <a:fld id="{D2792E9C-7E5E-F14F-B049-5BFE22D713B7}" type="datetime4">
              <a:rPr lang="en-CA" smtClean="0"/>
              <a:t>April 12, 2026</a:t>
            </a:fld>
            <a:endParaRPr lang="en-US"/>
          </a:p>
        </p:txBody>
      </p:sp>
      <p:sp>
        <p:nvSpPr>
          <p:cNvPr id="14" name="Slide Number Placeholder 13">
            <a:extLst>
              <a:ext uri="{FF2B5EF4-FFF2-40B4-BE49-F238E27FC236}">
                <a16:creationId xmlns:a16="http://schemas.microsoft.com/office/drawing/2014/main" id="{CF903402-49EA-7F72-EFF3-AA4C3E975EAC}"/>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811584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yout 4 - 2 Column Text w/ Centre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6" name="Picture Placeholder 8">
            <a:extLst>
              <a:ext uri="{FF2B5EF4-FFF2-40B4-BE49-F238E27FC236}">
                <a16:creationId xmlns:a16="http://schemas.microsoft.com/office/drawing/2014/main" id="{42E8FF69-497B-08CB-9F38-1BCA485AFF8E}"/>
              </a:ext>
            </a:extLst>
          </p:cNvPr>
          <p:cNvSpPr>
            <a:spLocks noGrp="1"/>
          </p:cNvSpPr>
          <p:nvPr>
            <p:ph type="pic" sz="quarter" idx="23"/>
          </p:nvPr>
        </p:nvSpPr>
        <p:spPr>
          <a:xfrm>
            <a:off x="439200" y="2044800"/>
            <a:ext cx="19443600" cy="3668400"/>
          </a:xfrm>
          <a:prstGeom prst="rect">
            <a:avLst/>
          </a:prstGeom>
        </p:spPr>
        <p:txBody>
          <a:bodyPr/>
          <a:lstStyle/>
          <a:p>
            <a:endParaRPr lang="en-US"/>
          </a:p>
        </p:txBody>
      </p: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9200" y="6267600"/>
            <a:ext cx="9356400" cy="3178800"/>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896D3EB3-4253-442C-A8D9-9DF1DE97D528}"/>
              </a:ext>
            </a:extLst>
          </p:cNvPr>
          <p:cNvSpPr>
            <a:spLocks noGrp="1"/>
          </p:cNvSpPr>
          <p:nvPr>
            <p:ph type="body" sz="quarter" idx="15"/>
          </p:nvPr>
        </p:nvSpPr>
        <p:spPr>
          <a:xfrm>
            <a:off x="10523054" y="6267600"/>
            <a:ext cx="9356400" cy="3178800"/>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AC4680B1-AE53-6408-584D-F76A8EC3426E}"/>
              </a:ext>
            </a:extLst>
          </p:cNvPr>
          <p:cNvSpPr>
            <a:spLocks noGrp="1"/>
          </p:cNvSpPr>
          <p:nvPr>
            <p:ph type="ftr" sz="quarter" idx="25"/>
          </p:nvPr>
        </p:nvSpPr>
        <p:spPr/>
        <p:txBody>
          <a:bodyPr/>
          <a:lstStyle/>
          <a:p>
            <a:endParaRPr lang="en-US"/>
          </a:p>
        </p:txBody>
      </p:sp>
      <p:sp>
        <p:nvSpPr>
          <p:cNvPr id="13" name="Date Placeholder 12">
            <a:extLst>
              <a:ext uri="{FF2B5EF4-FFF2-40B4-BE49-F238E27FC236}">
                <a16:creationId xmlns:a16="http://schemas.microsoft.com/office/drawing/2014/main" id="{933BE9F3-3CB4-B281-8CBC-1E004A930F24}"/>
              </a:ext>
            </a:extLst>
          </p:cNvPr>
          <p:cNvSpPr>
            <a:spLocks noGrp="1"/>
          </p:cNvSpPr>
          <p:nvPr>
            <p:ph type="dt" sz="half" idx="24"/>
          </p:nvPr>
        </p:nvSpPr>
        <p:spPr/>
        <p:txBody>
          <a:bodyPr/>
          <a:lstStyle/>
          <a:p>
            <a:fld id="{D2792E9C-7E5E-F14F-B049-5BFE22D713B7}" type="datetime4">
              <a:rPr lang="en-CA" smtClean="0"/>
              <a:t>April 12, 2026</a:t>
            </a:fld>
            <a:endParaRPr lang="en-US"/>
          </a:p>
        </p:txBody>
      </p:sp>
      <p:sp>
        <p:nvSpPr>
          <p:cNvPr id="15" name="Slide Number Placeholder 14">
            <a:extLst>
              <a:ext uri="{FF2B5EF4-FFF2-40B4-BE49-F238E27FC236}">
                <a16:creationId xmlns:a16="http://schemas.microsoft.com/office/drawing/2014/main" id="{3B4B0961-0CB2-24FD-9EAE-6C1840B62577}"/>
              </a:ext>
            </a:extLst>
          </p:cNvPr>
          <p:cNvSpPr>
            <a:spLocks noGrp="1"/>
          </p:cNvSpPr>
          <p:nvPr>
            <p:ph type="sldNum" sz="quarter" idx="26"/>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2599470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yout 4 - 2 Column Text w/ Callou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BD6598A0-1819-47B7-56E3-0875334913D9}"/>
              </a:ext>
            </a:extLst>
          </p:cNvPr>
          <p:cNvSpPr>
            <a:spLocks noGrp="1"/>
          </p:cNvSpPr>
          <p:nvPr>
            <p:ph type="body" sz="quarter" idx="12" hasCustomPrompt="1"/>
          </p:nvPr>
        </p:nvSpPr>
        <p:spPr>
          <a:xfrm>
            <a:off x="968238" y="6190742"/>
            <a:ext cx="5366302" cy="427636"/>
          </a:xfrm>
          <a:prstGeom prst="rect">
            <a:avLst/>
          </a:prstGeom>
        </p:spPr>
        <p:txBody>
          <a:bodyPr/>
          <a:lstStyle>
            <a:lvl1pPr marL="0" indent="0" algn="l">
              <a:lnSpc>
                <a:spcPct val="90000"/>
              </a:lnSpc>
              <a:buNone/>
              <a:defRPr sz="2800" b="1">
                <a:solidFill>
                  <a:schemeClr val="tx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1" name="Text Placeholder 2">
            <a:extLst>
              <a:ext uri="{FF2B5EF4-FFF2-40B4-BE49-F238E27FC236}">
                <a16:creationId xmlns:a16="http://schemas.microsoft.com/office/drawing/2014/main" id="{8EA568A2-3656-239A-0EB8-2314D9BBC348}"/>
              </a:ext>
            </a:extLst>
          </p:cNvPr>
          <p:cNvSpPr>
            <a:spLocks noGrp="1"/>
          </p:cNvSpPr>
          <p:nvPr>
            <p:ph type="body" sz="quarter" idx="15" hasCustomPrompt="1"/>
          </p:nvPr>
        </p:nvSpPr>
        <p:spPr>
          <a:xfrm>
            <a:off x="968238" y="6745356"/>
            <a:ext cx="5366302" cy="1590261"/>
          </a:xfrm>
          <a:prstGeom prst="rect">
            <a:avLst/>
          </a:prstGeom>
        </p:spPr>
        <p:txBody>
          <a:bodyPr/>
          <a:lstStyle>
            <a:lvl1pPr algn="l">
              <a:lnSpc>
                <a:spcPct val="100000"/>
              </a:lnSpc>
              <a:defRPr sz="3000" b="0">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2" name="Text Placeholder 2">
            <a:extLst>
              <a:ext uri="{FF2B5EF4-FFF2-40B4-BE49-F238E27FC236}">
                <a16:creationId xmlns:a16="http://schemas.microsoft.com/office/drawing/2014/main" id="{A01051A9-1F5E-DEBC-460B-258E83242186}"/>
              </a:ext>
            </a:extLst>
          </p:cNvPr>
          <p:cNvSpPr>
            <a:spLocks noGrp="1"/>
          </p:cNvSpPr>
          <p:nvPr>
            <p:ph type="body" sz="quarter" idx="16" hasCustomPrompt="1"/>
          </p:nvPr>
        </p:nvSpPr>
        <p:spPr>
          <a:xfrm>
            <a:off x="7427654" y="6190742"/>
            <a:ext cx="5366302" cy="427636"/>
          </a:xfrm>
          <a:prstGeom prst="rect">
            <a:avLst/>
          </a:prstGeom>
        </p:spPr>
        <p:txBody>
          <a:bodyPr/>
          <a:lstStyle>
            <a:lvl1pPr marL="0" indent="0" algn="l">
              <a:lnSpc>
                <a:spcPct val="90000"/>
              </a:lnSpc>
              <a:buNone/>
              <a:defRPr sz="2800" b="1">
                <a:solidFill>
                  <a:schemeClr val="tx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4" name="Text Placeholder 2">
            <a:extLst>
              <a:ext uri="{FF2B5EF4-FFF2-40B4-BE49-F238E27FC236}">
                <a16:creationId xmlns:a16="http://schemas.microsoft.com/office/drawing/2014/main" id="{C5735E75-8212-0D61-84DB-AE4D33228EEB}"/>
              </a:ext>
            </a:extLst>
          </p:cNvPr>
          <p:cNvSpPr>
            <a:spLocks noGrp="1"/>
          </p:cNvSpPr>
          <p:nvPr>
            <p:ph type="body" sz="quarter" idx="17" hasCustomPrompt="1"/>
          </p:nvPr>
        </p:nvSpPr>
        <p:spPr>
          <a:xfrm>
            <a:off x="7427654" y="6745356"/>
            <a:ext cx="5366302" cy="1590261"/>
          </a:xfrm>
          <a:prstGeom prst="rect">
            <a:avLst/>
          </a:prstGeom>
        </p:spPr>
        <p:txBody>
          <a:bodyPr/>
          <a:lstStyle>
            <a:lvl1pPr algn="l">
              <a:lnSpc>
                <a:spcPct val="100000"/>
              </a:lnSpc>
              <a:defRPr sz="3000" b="0">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5" name="Text Placeholder 2">
            <a:extLst>
              <a:ext uri="{FF2B5EF4-FFF2-40B4-BE49-F238E27FC236}">
                <a16:creationId xmlns:a16="http://schemas.microsoft.com/office/drawing/2014/main" id="{CBC00321-3268-8722-0F55-D1C85C839AD2}"/>
              </a:ext>
            </a:extLst>
          </p:cNvPr>
          <p:cNvSpPr>
            <a:spLocks noGrp="1"/>
          </p:cNvSpPr>
          <p:nvPr>
            <p:ph type="body" sz="quarter" idx="18" hasCustomPrompt="1"/>
          </p:nvPr>
        </p:nvSpPr>
        <p:spPr>
          <a:xfrm>
            <a:off x="13980854" y="6190742"/>
            <a:ext cx="5366302" cy="427636"/>
          </a:xfrm>
          <a:prstGeom prst="rect">
            <a:avLst/>
          </a:prstGeom>
        </p:spPr>
        <p:txBody>
          <a:bodyPr/>
          <a:lstStyle>
            <a:lvl1pPr marL="0" indent="0" algn="l">
              <a:lnSpc>
                <a:spcPct val="90000"/>
              </a:lnSpc>
              <a:buNone/>
              <a:defRPr sz="2800" b="1">
                <a:solidFill>
                  <a:schemeClr val="tx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6" name="Text Placeholder 2">
            <a:extLst>
              <a:ext uri="{FF2B5EF4-FFF2-40B4-BE49-F238E27FC236}">
                <a16:creationId xmlns:a16="http://schemas.microsoft.com/office/drawing/2014/main" id="{0D5EB2A8-58F4-5BEB-91C4-7F4F8DCC3CE2}"/>
              </a:ext>
            </a:extLst>
          </p:cNvPr>
          <p:cNvSpPr>
            <a:spLocks noGrp="1"/>
          </p:cNvSpPr>
          <p:nvPr>
            <p:ph type="body" sz="quarter" idx="19" hasCustomPrompt="1"/>
          </p:nvPr>
        </p:nvSpPr>
        <p:spPr>
          <a:xfrm>
            <a:off x="13980854" y="6745356"/>
            <a:ext cx="5366302" cy="1590261"/>
          </a:xfrm>
          <a:prstGeom prst="rect">
            <a:avLst/>
          </a:prstGeom>
        </p:spPr>
        <p:txBody>
          <a:bodyPr/>
          <a:lstStyle>
            <a:lvl1pPr algn="l">
              <a:lnSpc>
                <a:spcPct val="100000"/>
              </a:lnSpc>
              <a:defRPr sz="3000" b="0">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7" name="Footer Placeholder 16">
            <a:extLst>
              <a:ext uri="{FF2B5EF4-FFF2-40B4-BE49-F238E27FC236}">
                <a16:creationId xmlns:a16="http://schemas.microsoft.com/office/drawing/2014/main" id="{DF8063C6-D03F-C455-1413-9CCA72A1C470}"/>
              </a:ext>
            </a:extLst>
          </p:cNvPr>
          <p:cNvSpPr>
            <a:spLocks noGrp="1"/>
          </p:cNvSpPr>
          <p:nvPr>
            <p:ph type="ftr" sz="quarter" idx="21"/>
          </p:nvPr>
        </p:nvSpPr>
        <p:spPr/>
        <p:txBody>
          <a:bodyPr/>
          <a:lstStyle/>
          <a:p>
            <a:endParaRPr lang="en-US"/>
          </a:p>
        </p:txBody>
      </p:sp>
      <p:sp>
        <p:nvSpPr>
          <p:cNvPr id="13" name="Date Placeholder 12">
            <a:extLst>
              <a:ext uri="{FF2B5EF4-FFF2-40B4-BE49-F238E27FC236}">
                <a16:creationId xmlns:a16="http://schemas.microsoft.com/office/drawing/2014/main" id="{C08E00E7-D5F9-B47F-C0D8-1415DF8F4E41}"/>
              </a:ext>
            </a:extLst>
          </p:cNvPr>
          <p:cNvSpPr>
            <a:spLocks noGrp="1"/>
          </p:cNvSpPr>
          <p:nvPr>
            <p:ph type="dt" sz="half" idx="20"/>
          </p:nvPr>
        </p:nvSpPr>
        <p:spPr/>
        <p:txBody>
          <a:bodyPr/>
          <a:lstStyle/>
          <a:p>
            <a:fld id="{D2792E9C-7E5E-F14F-B049-5BFE22D713B7}" type="datetime4">
              <a:rPr lang="en-CA" smtClean="0"/>
              <a:t>April 12, 2026</a:t>
            </a:fld>
            <a:endParaRPr lang="en-US"/>
          </a:p>
        </p:txBody>
      </p:sp>
      <p:sp>
        <p:nvSpPr>
          <p:cNvPr id="18" name="Slide Number Placeholder 17">
            <a:extLst>
              <a:ext uri="{FF2B5EF4-FFF2-40B4-BE49-F238E27FC236}">
                <a16:creationId xmlns:a16="http://schemas.microsoft.com/office/drawing/2014/main" id="{10BB54C7-E8D3-B532-0BB1-8F94C0116B81}"/>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214287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 6 - Header w/ Open Midd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1" name="Footer Placeholder 10">
            <a:extLst>
              <a:ext uri="{FF2B5EF4-FFF2-40B4-BE49-F238E27FC236}">
                <a16:creationId xmlns:a16="http://schemas.microsoft.com/office/drawing/2014/main" id="{42DC5996-BDFE-55CD-CC8A-FA042955CE16}"/>
              </a:ext>
            </a:extLst>
          </p:cNvPr>
          <p:cNvSpPr>
            <a:spLocks noGrp="1"/>
          </p:cNvSpPr>
          <p:nvPr>
            <p:ph type="ftr" sz="quarter" idx="11"/>
          </p:nvPr>
        </p:nvSpPr>
        <p:spPr/>
        <p:txBody>
          <a:bodyPr/>
          <a:lstStyle/>
          <a:p>
            <a:endParaRPr lang="en-US"/>
          </a:p>
        </p:txBody>
      </p:sp>
      <p:sp>
        <p:nvSpPr>
          <p:cNvPr id="10" name="Date Placeholder 9">
            <a:extLst>
              <a:ext uri="{FF2B5EF4-FFF2-40B4-BE49-F238E27FC236}">
                <a16:creationId xmlns:a16="http://schemas.microsoft.com/office/drawing/2014/main" id="{12D068AA-C0B4-024E-F068-CFC63BC56E39}"/>
              </a:ext>
            </a:extLst>
          </p:cNvPr>
          <p:cNvSpPr>
            <a:spLocks noGrp="1"/>
          </p:cNvSpPr>
          <p:nvPr>
            <p:ph type="dt" sz="half" idx="10"/>
          </p:nvPr>
        </p:nvSpPr>
        <p:spPr/>
        <p:txBody>
          <a:bodyPr/>
          <a:lstStyle/>
          <a:p>
            <a:fld id="{D2792E9C-7E5E-F14F-B049-5BFE22D713B7}" type="datetime4">
              <a:rPr lang="en-CA" smtClean="0"/>
              <a:t>April 12, 2026</a:t>
            </a:fld>
            <a:endParaRPr lang="en-US"/>
          </a:p>
        </p:txBody>
      </p:sp>
      <p:sp>
        <p:nvSpPr>
          <p:cNvPr id="12" name="Slide Number Placeholder 11">
            <a:extLst>
              <a:ext uri="{FF2B5EF4-FFF2-40B4-BE49-F238E27FC236}">
                <a16:creationId xmlns:a16="http://schemas.microsoft.com/office/drawing/2014/main" id="{57C64306-DF1D-0001-7737-CA0C49A4C768}"/>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4877841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 7 - 2 Line Title w/ Copy and Full Blee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7203600" cy="1472400"/>
          </a:xfrm>
          <a:prstGeom prst="rect">
            <a:avLst/>
          </a:prstGeom>
        </p:spPr>
        <p:txBody>
          <a:bodyPr anchor="t" anchorCtr="0">
            <a:noAutofit/>
          </a:bodyPr>
          <a:lstStyle>
            <a:lvl1pPr algn="l">
              <a:lnSpc>
                <a:spcPct val="100000"/>
              </a:lnSpc>
              <a:spcAft>
                <a:spcPts val="1000"/>
              </a:spcAft>
              <a:defRPr sz="4400" b="1">
                <a:solidFill>
                  <a:schemeClr val="tx1"/>
                </a:solidFill>
                <a:latin typeface="+mj-lt"/>
                <a:cs typeface="Poppins" pitchFamily="2" charset="77"/>
              </a:defRPr>
            </a:lvl1pPr>
          </a:lstStyle>
          <a:p>
            <a:r>
              <a:rPr lang="en-GB"/>
              <a:t>Slide title goes here on up to 2 lines</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2185200"/>
            <a:ext cx="7203600" cy="943200"/>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up to 2 lines</a:t>
            </a:r>
          </a:p>
        </p:txBody>
      </p:sp>
      <p:cxnSp>
        <p:nvCxnSpPr>
          <p:cNvPr id="7" name="Straight Connector 6">
            <a:extLst>
              <a:ext uri="{FF2B5EF4-FFF2-40B4-BE49-F238E27FC236}">
                <a16:creationId xmlns:a16="http://schemas.microsoft.com/office/drawing/2014/main" id="{AC062632-2984-19D6-DA27-DCA143DE275D}"/>
              </a:ext>
              <a:ext uri="{C183D7F6-B498-43B3-948B-1728B52AA6E4}">
                <adec:decorative xmlns:adec="http://schemas.microsoft.com/office/drawing/2017/decorative" val="1"/>
              </a:ext>
            </a:extLst>
          </p:cNvPr>
          <p:cNvCxnSpPr>
            <a:cxnSpLocks/>
          </p:cNvCxnSpPr>
          <p:nvPr userDrawn="1"/>
        </p:nvCxnSpPr>
        <p:spPr>
          <a:xfrm>
            <a:off x="0" y="3257828"/>
            <a:ext cx="857056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3535200"/>
            <a:ext cx="7203600" cy="5914800"/>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8570563" y="0"/>
            <a:ext cx="11747850" cy="9448800"/>
          </a:xfrm>
          <a:prstGeom prst="rect">
            <a:avLst/>
          </a:prstGeom>
        </p:spPr>
        <p:txBody>
          <a:bodyPr/>
          <a:lstStyle/>
          <a:p>
            <a:endParaRPr lang="en-US"/>
          </a:p>
        </p:txBody>
      </p:sp>
      <p:sp>
        <p:nvSpPr>
          <p:cNvPr id="12" name="Footer Placeholder 11">
            <a:extLst>
              <a:ext uri="{FF2B5EF4-FFF2-40B4-BE49-F238E27FC236}">
                <a16:creationId xmlns:a16="http://schemas.microsoft.com/office/drawing/2014/main" id="{C41E1458-C432-DACF-1B77-6F0178924C69}"/>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DE838F34-5806-14A7-4D13-6E52C519974C}"/>
              </a:ext>
            </a:extLst>
          </p:cNvPr>
          <p:cNvSpPr>
            <a:spLocks noGrp="1"/>
          </p:cNvSpPr>
          <p:nvPr>
            <p:ph type="dt" sz="half" idx="16"/>
          </p:nvPr>
        </p:nvSpPr>
        <p:spPr/>
        <p:txBody>
          <a:bodyPr/>
          <a:lstStyle/>
          <a:p>
            <a:fld id="{D2792E9C-7E5E-F14F-B049-5BFE22D713B7}" type="datetime4">
              <a:rPr lang="en-CA" smtClean="0"/>
              <a:t>April 12, 2026</a:t>
            </a:fld>
            <a:endParaRPr lang="en-US"/>
          </a:p>
        </p:txBody>
      </p:sp>
      <p:sp>
        <p:nvSpPr>
          <p:cNvPr id="13" name="Slide Number Placeholder 12">
            <a:extLst>
              <a:ext uri="{FF2B5EF4-FFF2-40B4-BE49-F238E27FC236}">
                <a16:creationId xmlns:a16="http://schemas.microsoft.com/office/drawing/2014/main" id="{1634D9D2-1CEF-12A6-591D-6FCA71B73912}"/>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4917549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yout 8 - 2 Line Title w/ Copy and Full Bleed Image">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11F801B-42A4-D1DC-A330-C73B427D214D}"/>
              </a:ext>
              <a:ext uri="{C183D7F6-B498-43B3-948B-1728B52AA6E4}">
                <adec:decorative xmlns:adec="http://schemas.microsoft.com/office/drawing/2017/decorative" val="1"/>
              </a:ext>
            </a:extLst>
          </p:cNvPr>
          <p:cNvSpPr/>
          <p:nvPr userDrawn="1"/>
        </p:nvSpPr>
        <p:spPr>
          <a:xfrm>
            <a:off x="-1" y="0"/>
            <a:ext cx="20349275" cy="9448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2218400" y="457200"/>
            <a:ext cx="7203600" cy="1472400"/>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up to 2 lines</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2218400" y="2185200"/>
            <a:ext cx="7203600" cy="943200"/>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sp>
        <p:nvSpPr>
          <p:cNvPr id="5" name="Text Placeholder 2">
            <a:extLst>
              <a:ext uri="{FF2B5EF4-FFF2-40B4-BE49-F238E27FC236}">
                <a16:creationId xmlns:a16="http://schemas.microsoft.com/office/drawing/2014/main" id="{AA99F92D-9095-DA83-60F2-A43FB5C72809}"/>
              </a:ext>
              <a:ext uri="{C183D7F6-B498-43B3-948B-1728B52AA6E4}">
                <adec:decorative xmlns:adec="http://schemas.microsoft.com/office/drawing/2017/decorative" val="1"/>
              </a:ext>
            </a:extLst>
          </p:cNvPr>
          <p:cNvSpPr>
            <a:spLocks noGrp="1"/>
          </p:cNvSpPr>
          <p:nvPr>
            <p:ph type="body" sz="quarter" idx="12"/>
          </p:nvPr>
        </p:nvSpPr>
        <p:spPr>
          <a:xfrm>
            <a:off x="12218400" y="3535200"/>
            <a:ext cx="7203600" cy="5371200"/>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AC062632-2984-19D6-DA27-DCA143DE275D}"/>
              </a:ext>
              <a:ext uri="{C183D7F6-B498-43B3-948B-1728B52AA6E4}">
                <adec:decorative xmlns:adec="http://schemas.microsoft.com/office/drawing/2017/decorative" val="1"/>
              </a:ext>
            </a:extLst>
          </p:cNvPr>
          <p:cNvCxnSpPr>
            <a:cxnSpLocks/>
          </p:cNvCxnSpPr>
          <p:nvPr userDrawn="1"/>
        </p:nvCxnSpPr>
        <p:spPr>
          <a:xfrm>
            <a:off x="11747850" y="3257828"/>
            <a:ext cx="857056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0" y="0"/>
            <a:ext cx="11779200" cy="9448800"/>
          </a:xfrm>
          <a:prstGeom prst="rect">
            <a:avLst/>
          </a:prstGeom>
        </p:spPr>
        <p:txBody>
          <a:bodyPr/>
          <a:lstStyle/>
          <a:p>
            <a:endParaRPr lang="en-US"/>
          </a:p>
        </p:txBody>
      </p:sp>
      <p:sp>
        <p:nvSpPr>
          <p:cNvPr id="12" name="Footer Placeholder 11">
            <a:extLst>
              <a:ext uri="{FF2B5EF4-FFF2-40B4-BE49-F238E27FC236}">
                <a16:creationId xmlns:a16="http://schemas.microsoft.com/office/drawing/2014/main" id="{DF526E81-2B2E-2FBE-FBEE-7993015DEE30}"/>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36424CF3-DC6A-ACF4-BCC0-6999BB1E5625}"/>
              </a:ext>
            </a:extLst>
          </p:cNvPr>
          <p:cNvSpPr>
            <a:spLocks noGrp="1"/>
          </p:cNvSpPr>
          <p:nvPr>
            <p:ph type="dt" sz="half" idx="16"/>
          </p:nvPr>
        </p:nvSpPr>
        <p:spPr/>
        <p:txBody>
          <a:bodyPr/>
          <a:lstStyle/>
          <a:p>
            <a:fld id="{D2792E9C-7E5E-F14F-B049-5BFE22D713B7}" type="datetime4">
              <a:rPr lang="en-CA" smtClean="0"/>
              <a:t>April 12, 2026</a:t>
            </a:fld>
            <a:endParaRPr lang="en-US"/>
          </a:p>
        </p:txBody>
      </p:sp>
      <p:sp>
        <p:nvSpPr>
          <p:cNvPr id="13" name="Slide Number Placeholder 12">
            <a:extLst>
              <a:ext uri="{FF2B5EF4-FFF2-40B4-BE49-F238E27FC236}">
                <a16:creationId xmlns:a16="http://schemas.microsoft.com/office/drawing/2014/main" id="{F3BC796C-F05B-6EF0-6DA8-13A9D6314B0E}"/>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1414743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yout 10 - Divider Slide w/  Bleed">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B312DC6C-470B-EF98-6369-AEF7DDD3AB98}"/>
              </a:ext>
            </a:extLst>
          </p:cNvPr>
          <p:cNvSpPr>
            <a:spLocks noGrp="1"/>
          </p:cNvSpPr>
          <p:nvPr>
            <p:ph type="pic" sz="quarter" idx="15"/>
          </p:nvPr>
        </p:nvSpPr>
        <p:spPr>
          <a:xfrm>
            <a:off x="0" y="0"/>
            <a:ext cx="20318413" cy="9448799"/>
          </a:xfrm>
          <a:prstGeom prst="rect">
            <a:avLst/>
          </a:prstGeom>
        </p:spPr>
        <p:txBody>
          <a:bodyPr/>
          <a:lstStyle/>
          <a:p>
            <a:endParaRPr lang="en-US"/>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15200" y="3567599"/>
            <a:ext cx="5202000" cy="2019600"/>
          </a:xfrm>
          <a:prstGeom prst="rect">
            <a:avLst/>
          </a:prstGeom>
        </p:spPr>
        <p:txBody>
          <a:bodyPr anchor="b" anchorCtr="0">
            <a:noAutofit/>
          </a:bodyPr>
          <a:lstStyle>
            <a:lvl1pPr algn="l">
              <a:lnSpc>
                <a:spcPct val="100000"/>
              </a:lnSpc>
              <a:spcAft>
                <a:spcPts val="1000"/>
              </a:spcAft>
              <a:defRPr sz="4800" b="1">
                <a:solidFill>
                  <a:schemeClr val="tx1"/>
                </a:solidFill>
                <a:latin typeface="+mj-lt"/>
                <a:cs typeface="Poppins" pitchFamily="2" charset="77"/>
              </a:defRPr>
            </a:lvl1pPr>
          </a:lstStyle>
          <a:p>
            <a:r>
              <a:rPr lang="en-GB"/>
              <a:t>Slide title goes here on 2 lines</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15200" y="5799600"/>
            <a:ext cx="5202000" cy="1472400"/>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up to 2 lines</a:t>
            </a:r>
          </a:p>
        </p:txBody>
      </p: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9" name="Date Placeholder 3">
            <a:extLst>
              <a:ext uri="{FF2B5EF4-FFF2-40B4-BE49-F238E27FC236}">
                <a16:creationId xmlns:a16="http://schemas.microsoft.com/office/drawing/2014/main" id="{F01B45CF-F80F-AF1A-BB60-5E7615EB2DD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April 12,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7080576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ayout 11 - Loca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BD0E6DC-510A-EBC0-7914-5C71A187FBCA}"/>
              </a:ext>
            </a:extLst>
          </p:cNvPr>
          <p:cNvSpPr/>
          <p:nvPr userDrawn="1"/>
        </p:nvSpPr>
        <p:spPr>
          <a:xfrm>
            <a:off x="0" y="0"/>
            <a:ext cx="20349275" cy="95134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itle 1">
            <a:extLst>
              <a:ext uri="{FF2B5EF4-FFF2-40B4-BE49-F238E27FC236}">
                <a16:creationId xmlns:a16="http://schemas.microsoft.com/office/drawing/2014/main" id="{7171CFEA-ADB1-7172-2C62-962AE5CDAEFC}"/>
              </a:ext>
            </a:extLst>
          </p:cNvPr>
          <p:cNvSpPr>
            <a:spLocks noGrp="1"/>
          </p:cNvSpPr>
          <p:nvPr>
            <p:ph type="ctrTitle"/>
          </p:nvPr>
        </p:nvSpPr>
        <p:spPr>
          <a:xfrm>
            <a:off x="1015199" y="3908412"/>
            <a:ext cx="3639227" cy="4077113"/>
          </a:xfrm>
          <a:prstGeom prst="rect">
            <a:avLst/>
          </a:prstGeom>
        </p:spPr>
        <p:txBody>
          <a:bodyPr anchor="ctr">
            <a:normAutofit/>
          </a:bodyPr>
          <a:lstStyle>
            <a:lvl1pPr algn="l">
              <a:lnSpc>
                <a:spcPct val="110000"/>
              </a:lnSpc>
              <a:spcAft>
                <a:spcPts val="1000"/>
              </a:spcAft>
              <a:defRPr sz="4800" b="1">
                <a:solidFill>
                  <a:schemeClr val="bg1"/>
                </a:solidFill>
                <a:latin typeface="+mj-lt"/>
                <a:cs typeface="Poppins" pitchFamily="2" charset="77"/>
              </a:defRPr>
            </a:lvl1pPr>
          </a:lstStyle>
          <a:p>
            <a:endParaRPr lang="en-US"/>
          </a:p>
        </p:txBody>
      </p:sp>
      <p:pic>
        <p:nvPicPr>
          <p:cNvPr id="7" name="Graphic 6" descr="McMaster Logo">
            <a:extLst>
              <a:ext uri="{FF2B5EF4-FFF2-40B4-BE49-F238E27FC236}">
                <a16:creationId xmlns:a16="http://schemas.microsoft.com/office/drawing/2014/main" id="{BC6B77CC-80A6-A4BE-B798-980684DAAF1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5200" y="1990874"/>
            <a:ext cx="2683078" cy="1413471"/>
          </a:xfrm>
          <a:prstGeom prst="rect">
            <a:avLst/>
          </a:prstGeom>
        </p:spPr>
      </p:pic>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13" name="Date Placeholder 3">
            <a:extLst>
              <a:ext uri="{FF2B5EF4-FFF2-40B4-BE49-F238E27FC236}">
                <a16:creationId xmlns:a16="http://schemas.microsoft.com/office/drawing/2014/main" id="{C5AFAE97-2643-BCF4-8E70-DEE90AE465F2}"/>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April 12,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144023481"/>
      </p:ext>
    </p:extLst>
  </p:cSld>
  <p:clrMapOvr>
    <a:masterClrMapping/>
  </p:clrMapOvr>
  <p:extLst>
    <p:ext uri="{DCECCB84-F9BA-43D5-87BE-67443E8EF086}">
      <p15:sldGuideLst xmlns:p15="http://schemas.microsoft.com/office/powerpoint/2012/main">
        <p15:guide id="1" orient="horz" pos="3600" userDrawn="1">
          <p15:clr>
            <a:srgbClr val="FBAE40"/>
          </p15:clr>
        </p15:guide>
        <p15:guide id="2" pos="639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yout 12 - Regist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97FAEE-5FAF-88B1-7416-563A1CAB4285}"/>
              </a:ext>
              <a:ext uri="{C183D7F6-B498-43B3-948B-1728B52AA6E4}">
                <adec:decorative xmlns:adec="http://schemas.microsoft.com/office/drawing/2017/decorative" val="1"/>
              </a:ext>
            </a:extLst>
          </p:cNvPr>
          <p:cNvSpPr/>
          <p:nvPr userDrawn="1"/>
        </p:nvSpPr>
        <p:spPr>
          <a:xfrm>
            <a:off x="-1" y="-1"/>
            <a:ext cx="20318413" cy="95313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399AF-2CA0-ABA0-9DFA-3AB2EA83063D}"/>
              </a:ext>
              <a:ext uri="{C183D7F6-B498-43B3-948B-1728B52AA6E4}">
                <adec:decorative xmlns:adec="http://schemas.microsoft.com/office/drawing/2017/decorative" val="1"/>
              </a:ext>
            </a:extLst>
          </p:cNvPr>
          <p:cNvSpPr/>
          <p:nvPr userDrawn="1"/>
        </p:nvSpPr>
        <p:spPr>
          <a:xfrm>
            <a:off x="4124366" y="2334708"/>
            <a:ext cx="13337750" cy="4861932"/>
          </a:xfrm>
          <a:prstGeom prst="rect">
            <a:avLst/>
          </a:prstGeom>
          <a:solidFill>
            <a:schemeClr val="bg1"/>
          </a:solidFill>
          <a:ln>
            <a:noFill/>
          </a:ln>
          <a:effectLst>
            <a:outerShdw blurRad="392136" sx="60000" sy="60000" algn="ctr" rotWithShape="0">
              <a:prstClr val="black">
                <a:alpha val="998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Brighter World Logo">
            <a:extLst>
              <a:ext uri="{FF2B5EF4-FFF2-40B4-BE49-F238E27FC236}">
                <a16:creationId xmlns:a16="http://schemas.microsoft.com/office/drawing/2014/main" id="{6088992C-5070-6F90-0520-CEBA8C9E488D}"/>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640917" y="5959405"/>
            <a:ext cx="1090083" cy="739699"/>
          </a:xfrm>
          <a:prstGeom prst="rect">
            <a:avLst/>
          </a:prstGeom>
        </p:spPr>
      </p:pic>
      <p:sp>
        <p:nvSpPr>
          <p:cNvPr id="10" name="Rectangle 9">
            <a:extLst>
              <a:ext uri="{FF2B5EF4-FFF2-40B4-BE49-F238E27FC236}">
                <a16:creationId xmlns:a16="http://schemas.microsoft.com/office/drawing/2014/main" id="{BBD7D226-EE41-9FB9-ED21-8357A423D9E4}"/>
              </a:ext>
              <a:ext uri="{C183D7F6-B498-43B3-948B-1728B52AA6E4}">
                <adec:decorative xmlns:adec="http://schemas.microsoft.com/office/drawing/2017/decorative" val="1"/>
              </a:ext>
            </a:extLst>
          </p:cNvPr>
          <p:cNvSpPr/>
          <p:nvPr userDrawn="1"/>
        </p:nvSpPr>
        <p:spPr>
          <a:xfrm>
            <a:off x="4124366" y="7033470"/>
            <a:ext cx="13339334" cy="15979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5695200" y="3477600"/>
            <a:ext cx="5367600" cy="428400"/>
          </a:xfrm>
          <a:prstGeom prst="rect">
            <a:avLst/>
          </a:prstGeom>
        </p:spPr>
        <p:txBody>
          <a:bodyPr anchor="t">
            <a:noAutofit/>
          </a:bodyPr>
          <a:lstStyle>
            <a:lvl1pPr algn="l">
              <a:lnSpc>
                <a:spcPct val="110000"/>
              </a:lnSpc>
              <a:spcAft>
                <a:spcPts val="1000"/>
              </a:spcAft>
              <a:defRPr sz="2800" b="1">
                <a:solidFill>
                  <a:schemeClr val="tx1"/>
                </a:solidFill>
                <a:latin typeface="+mj-lt"/>
                <a:cs typeface="Poppins" pitchFamily="2" charset="77"/>
              </a:defRPr>
            </a:lvl1pPr>
          </a:lstStyle>
          <a:p>
            <a:r>
              <a:rPr lang="en-GB"/>
              <a:t>Full Name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5695200" y="4194000"/>
            <a:ext cx="5367600" cy="536400"/>
          </a:xfrm>
          <a:prstGeom prst="rect">
            <a:avLst/>
          </a:prstGeom>
        </p:spPr>
        <p:txBody>
          <a:bodyPr anchor="t"/>
          <a:lstStyle>
            <a:lvl1pPr marL="0" indent="0" algn="l">
              <a:buNone/>
              <a:defRPr sz="2800">
                <a:solidFill>
                  <a:schemeClr val="tx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Accreditations</a:t>
            </a:r>
          </a:p>
        </p:txBody>
      </p:sp>
      <p:sp>
        <p:nvSpPr>
          <p:cNvPr id="13" name="Text Placeholder 2">
            <a:extLst>
              <a:ext uri="{FF2B5EF4-FFF2-40B4-BE49-F238E27FC236}">
                <a16:creationId xmlns:a16="http://schemas.microsoft.com/office/drawing/2014/main" id="{BDAA9548-D5B2-EC7E-0865-44149838B85B}"/>
              </a:ext>
            </a:extLst>
          </p:cNvPr>
          <p:cNvSpPr>
            <a:spLocks noGrp="1"/>
          </p:cNvSpPr>
          <p:nvPr>
            <p:ph type="body" sz="quarter" idx="20" hasCustomPrompt="1"/>
          </p:nvPr>
        </p:nvSpPr>
        <p:spPr>
          <a:xfrm>
            <a:off x="5696355" y="4868458"/>
            <a:ext cx="5366302" cy="536390"/>
          </a:xfrm>
          <a:prstGeom prst="rect">
            <a:avLst/>
          </a:prstGeom>
        </p:spPr>
        <p:txBody>
          <a:bodyPr/>
          <a:lstStyle>
            <a:lvl1pPr marL="0" indent="0" algn="l">
              <a:lnSpc>
                <a:spcPct val="100000"/>
              </a:lnSpc>
              <a:buNone/>
              <a:defRPr sz="2800" b="0">
                <a:solidFill>
                  <a:schemeClr val="accent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Title</a:t>
            </a:r>
          </a:p>
        </p:txBody>
      </p:sp>
      <p:sp>
        <p:nvSpPr>
          <p:cNvPr id="12" name="Picture Placeholder 4">
            <a:extLst>
              <a:ext uri="{FF2B5EF4-FFF2-40B4-BE49-F238E27FC236}">
                <a16:creationId xmlns:a16="http://schemas.microsoft.com/office/drawing/2014/main" id="{FFC3C17C-4836-54D8-2826-B95E3AABFF1D}"/>
              </a:ext>
            </a:extLst>
          </p:cNvPr>
          <p:cNvSpPr>
            <a:spLocks noGrp="1"/>
          </p:cNvSpPr>
          <p:nvPr>
            <p:ph type="pic" sz="quarter" idx="15"/>
          </p:nvPr>
        </p:nvSpPr>
        <p:spPr>
          <a:xfrm>
            <a:off x="2070752" y="3077188"/>
            <a:ext cx="3257370" cy="3256121"/>
          </a:xfrm>
          <a:prstGeom prst="rect">
            <a:avLst/>
          </a:prstGeom>
          <a:ln w="63500">
            <a:solidFill>
              <a:schemeClr val="bg1"/>
            </a:solidFill>
          </a:ln>
          <a:effectLst>
            <a:outerShdw blurRad="317500" algn="ctr" rotWithShape="0">
              <a:prstClr val="black">
                <a:alpha val="12000"/>
              </a:prstClr>
            </a:outerShdw>
          </a:effectLst>
        </p:spPr>
        <p:txBody>
          <a:bodyPr/>
          <a:lstStyle>
            <a:lvl1pPr marL="0" indent="0">
              <a:buNone/>
              <a:defRPr/>
            </a:lvl1pPr>
          </a:lstStyle>
          <a:p>
            <a:endParaRPr lang="en-US"/>
          </a:p>
        </p:txBody>
      </p:sp>
      <p:sp>
        <p:nvSpPr>
          <p:cNvPr id="14" name="Text Placeholder 2">
            <a:extLst>
              <a:ext uri="{FF2B5EF4-FFF2-40B4-BE49-F238E27FC236}">
                <a16:creationId xmlns:a16="http://schemas.microsoft.com/office/drawing/2014/main" id="{E1A72E33-59E3-B8C0-291D-0BF16B8D8ACA}"/>
              </a:ext>
            </a:extLst>
          </p:cNvPr>
          <p:cNvSpPr>
            <a:spLocks noGrp="1"/>
          </p:cNvSpPr>
          <p:nvPr>
            <p:ph type="body" sz="quarter" idx="21" hasCustomPrompt="1"/>
          </p:nvPr>
        </p:nvSpPr>
        <p:spPr>
          <a:xfrm>
            <a:off x="11729165" y="2722713"/>
            <a:ext cx="5366302" cy="427636"/>
          </a:xfrm>
          <a:prstGeom prst="rect">
            <a:avLst/>
          </a:prstGeom>
        </p:spPr>
        <p:txBody>
          <a:bodyPr/>
          <a:lstStyle>
            <a:lvl1pPr marL="0" indent="0" algn="l">
              <a:lnSpc>
                <a:spcPct val="90000"/>
              </a:lnSpc>
              <a:buNone/>
              <a:defRPr sz="3000" b="1">
                <a:solidFill>
                  <a:schemeClr val="tx1"/>
                </a:solidFill>
                <a:latin typeface="+mn-lt"/>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Insert Title</a:t>
            </a:r>
          </a:p>
        </p:txBody>
      </p:sp>
      <p:sp>
        <p:nvSpPr>
          <p:cNvPr id="15" name="Text Placeholder 2">
            <a:extLst>
              <a:ext uri="{FF2B5EF4-FFF2-40B4-BE49-F238E27FC236}">
                <a16:creationId xmlns:a16="http://schemas.microsoft.com/office/drawing/2014/main" id="{64659317-169C-8689-A0CA-20666CF8A651}"/>
              </a:ext>
            </a:extLst>
          </p:cNvPr>
          <p:cNvSpPr>
            <a:spLocks noGrp="1"/>
          </p:cNvSpPr>
          <p:nvPr>
            <p:ph type="body" sz="quarter" idx="16" hasCustomPrompt="1"/>
          </p:nvPr>
        </p:nvSpPr>
        <p:spPr>
          <a:xfrm>
            <a:off x="11729165" y="3277327"/>
            <a:ext cx="5366302" cy="2855844"/>
          </a:xfrm>
          <a:prstGeom prst="rect">
            <a:avLst/>
          </a:prstGeom>
        </p:spPr>
        <p:txBody>
          <a:bodyPr/>
          <a:lstStyle>
            <a:lvl1pPr marL="0" indent="0" algn="l">
              <a:lnSpc>
                <a:spcPct val="110000"/>
              </a:lnSpc>
              <a:spcBef>
                <a:spcPts val="0"/>
              </a:spcBef>
              <a:spcAft>
                <a:spcPts val="600"/>
              </a:spcAft>
              <a:buNone/>
              <a:defRPr sz="1800" b="0">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Insert Info Here</a:t>
            </a:r>
          </a:p>
        </p:txBody>
      </p:sp>
      <p:sp>
        <p:nvSpPr>
          <p:cNvPr id="17" name="Freeform 16" descr="World wide web icon">
            <a:extLst>
              <a:ext uri="{FF2B5EF4-FFF2-40B4-BE49-F238E27FC236}">
                <a16:creationId xmlns:a16="http://schemas.microsoft.com/office/drawing/2014/main" id="{EEED13BE-4966-4646-607D-1F15919447F8}"/>
              </a:ext>
            </a:extLst>
          </p:cNvPr>
          <p:cNvSpPr/>
          <p:nvPr userDrawn="1"/>
        </p:nvSpPr>
        <p:spPr>
          <a:xfrm>
            <a:off x="11729165" y="6425952"/>
            <a:ext cx="318541" cy="317588"/>
          </a:xfrm>
          <a:custGeom>
            <a:avLst/>
            <a:gdLst>
              <a:gd name="connsiteX0" fmla="*/ 609692 w 632413"/>
              <a:gd name="connsiteY0" fmla="*/ 195026 h 630520"/>
              <a:gd name="connsiteX1" fmla="*/ 609692 w 632413"/>
              <a:gd name="connsiteY1" fmla="*/ 195026 h 630520"/>
              <a:gd name="connsiteX2" fmla="*/ 378691 w 632413"/>
              <a:gd name="connsiteY2" fmla="*/ 4734 h 630520"/>
              <a:gd name="connsiteX3" fmla="*/ 376797 w 632413"/>
              <a:gd name="connsiteY3" fmla="*/ 4734 h 630520"/>
              <a:gd name="connsiteX4" fmla="*/ 315260 w 632413"/>
              <a:gd name="connsiteY4" fmla="*/ 0 h 630520"/>
              <a:gd name="connsiteX5" fmla="*/ 248989 w 632413"/>
              <a:gd name="connsiteY5" fmla="*/ 6627 h 630520"/>
              <a:gd name="connsiteX6" fmla="*/ 238575 w 632413"/>
              <a:gd name="connsiteY6" fmla="*/ 9467 h 630520"/>
              <a:gd name="connsiteX7" fmla="*/ 239522 w 632413"/>
              <a:gd name="connsiteY7" fmla="*/ 8521 h 630520"/>
              <a:gd name="connsiteX8" fmla="*/ 238575 w 632413"/>
              <a:gd name="connsiteY8" fmla="*/ 9467 h 630520"/>
              <a:gd name="connsiteX9" fmla="*/ 21775 w 632413"/>
              <a:gd name="connsiteY9" fmla="*/ 198813 h 630520"/>
              <a:gd name="connsiteX10" fmla="*/ 0 w 632413"/>
              <a:gd name="connsiteY10" fmla="*/ 315260 h 630520"/>
              <a:gd name="connsiteX11" fmla="*/ 21775 w 632413"/>
              <a:gd name="connsiteY11" fmla="*/ 428867 h 630520"/>
              <a:gd name="connsiteX12" fmla="*/ 251829 w 632413"/>
              <a:gd name="connsiteY12" fmla="*/ 622947 h 630520"/>
              <a:gd name="connsiteX13" fmla="*/ 316207 w 632413"/>
              <a:gd name="connsiteY13" fmla="*/ 630520 h 630520"/>
              <a:gd name="connsiteX14" fmla="*/ 378691 w 632413"/>
              <a:gd name="connsiteY14" fmla="*/ 622947 h 630520"/>
              <a:gd name="connsiteX15" fmla="*/ 610639 w 632413"/>
              <a:gd name="connsiteY15" fmla="*/ 428867 h 630520"/>
              <a:gd name="connsiteX16" fmla="*/ 632414 w 632413"/>
              <a:gd name="connsiteY16" fmla="*/ 312420 h 630520"/>
              <a:gd name="connsiteX17" fmla="*/ 609692 w 632413"/>
              <a:gd name="connsiteY17" fmla="*/ 195026 h 630520"/>
              <a:gd name="connsiteX18" fmla="*/ 556676 w 632413"/>
              <a:gd name="connsiteY18" fmla="*/ 185559 h 630520"/>
              <a:gd name="connsiteX19" fmla="*/ 444962 w 632413"/>
              <a:gd name="connsiteY19" fmla="*/ 185559 h 630520"/>
              <a:gd name="connsiteX20" fmla="*/ 414667 w 632413"/>
              <a:gd name="connsiteY20" fmla="*/ 59644 h 630520"/>
              <a:gd name="connsiteX21" fmla="*/ 556676 w 632413"/>
              <a:gd name="connsiteY21" fmla="*/ 185559 h 630520"/>
              <a:gd name="connsiteX22" fmla="*/ 587918 w 632413"/>
              <a:gd name="connsiteY22" fmla="*/ 313367 h 630520"/>
              <a:gd name="connsiteX23" fmla="*/ 575610 w 632413"/>
              <a:gd name="connsiteY23" fmla="*/ 395732 h 630520"/>
              <a:gd name="connsiteX24" fmla="*/ 450642 w 632413"/>
              <a:gd name="connsiteY24" fmla="*/ 395732 h 630520"/>
              <a:gd name="connsiteX25" fmla="*/ 454429 w 632413"/>
              <a:gd name="connsiteY25" fmla="*/ 311473 h 630520"/>
              <a:gd name="connsiteX26" fmla="*/ 450642 w 632413"/>
              <a:gd name="connsiteY26" fmla="*/ 229108 h 630520"/>
              <a:gd name="connsiteX27" fmla="*/ 575610 w 632413"/>
              <a:gd name="connsiteY27" fmla="*/ 229108 h 630520"/>
              <a:gd name="connsiteX28" fmla="*/ 587918 w 632413"/>
              <a:gd name="connsiteY28" fmla="*/ 313367 h 630520"/>
              <a:gd name="connsiteX29" fmla="*/ 222481 w 632413"/>
              <a:gd name="connsiteY29" fmla="*/ 395732 h 630520"/>
              <a:gd name="connsiteX30" fmla="*/ 217747 w 632413"/>
              <a:gd name="connsiteY30" fmla="*/ 311473 h 630520"/>
              <a:gd name="connsiteX31" fmla="*/ 221534 w 632413"/>
              <a:gd name="connsiteY31" fmla="*/ 229108 h 630520"/>
              <a:gd name="connsiteX32" fmla="*/ 406146 w 632413"/>
              <a:gd name="connsiteY32" fmla="*/ 229108 h 630520"/>
              <a:gd name="connsiteX33" fmla="*/ 409933 w 632413"/>
              <a:gd name="connsiteY33" fmla="*/ 311473 h 630520"/>
              <a:gd name="connsiteX34" fmla="*/ 405199 w 632413"/>
              <a:gd name="connsiteY34" fmla="*/ 395732 h 630520"/>
              <a:gd name="connsiteX35" fmla="*/ 222481 w 632413"/>
              <a:gd name="connsiteY35" fmla="*/ 395732 h 630520"/>
              <a:gd name="connsiteX36" fmla="*/ 55857 w 632413"/>
              <a:gd name="connsiteY36" fmla="*/ 395732 h 630520"/>
              <a:gd name="connsiteX37" fmla="*/ 43549 w 632413"/>
              <a:gd name="connsiteY37" fmla="*/ 316207 h 630520"/>
              <a:gd name="connsiteX38" fmla="*/ 56804 w 632413"/>
              <a:gd name="connsiteY38" fmla="*/ 230055 h 630520"/>
              <a:gd name="connsiteX39" fmla="*/ 177985 w 632413"/>
              <a:gd name="connsiteY39" fmla="*/ 230055 h 630520"/>
              <a:gd name="connsiteX40" fmla="*/ 174198 w 632413"/>
              <a:gd name="connsiteY40" fmla="*/ 312420 h 630520"/>
              <a:gd name="connsiteX41" fmla="*/ 177985 w 632413"/>
              <a:gd name="connsiteY41" fmla="*/ 396679 h 630520"/>
              <a:gd name="connsiteX42" fmla="*/ 55857 w 632413"/>
              <a:gd name="connsiteY42" fmla="*/ 396679 h 630520"/>
              <a:gd name="connsiteX43" fmla="*/ 361650 w 632413"/>
              <a:gd name="connsiteY43" fmla="*/ 47336 h 630520"/>
              <a:gd name="connsiteX44" fmla="*/ 401412 w 632413"/>
              <a:gd name="connsiteY44" fmla="*/ 186505 h 630520"/>
              <a:gd name="connsiteX45" fmla="*/ 228161 w 632413"/>
              <a:gd name="connsiteY45" fmla="*/ 186505 h 630520"/>
              <a:gd name="connsiteX46" fmla="*/ 266977 w 632413"/>
              <a:gd name="connsiteY46" fmla="*/ 49230 h 630520"/>
              <a:gd name="connsiteX47" fmla="*/ 315260 w 632413"/>
              <a:gd name="connsiteY47" fmla="*/ 44496 h 630520"/>
              <a:gd name="connsiteX48" fmla="*/ 361650 w 632413"/>
              <a:gd name="connsiteY48" fmla="*/ 47336 h 630520"/>
              <a:gd name="connsiteX49" fmla="*/ 213014 w 632413"/>
              <a:gd name="connsiteY49" fmla="*/ 63431 h 630520"/>
              <a:gd name="connsiteX50" fmla="*/ 183665 w 632413"/>
              <a:gd name="connsiteY50" fmla="*/ 185559 h 630520"/>
              <a:gd name="connsiteX51" fmla="*/ 75738 w 632413"/>
              <a:gd name="connsiteY51" fmla="*/ 185559 h 630520"/>
              <a:gd name="connsiteX52" fmla="*/ 213014 w 632413"/>
              <a:gd name="connsiteY52" fmla="*/ 63431 h 630520"/>
              <a:gd name="connsiteX53" fmla="*/ 73845 w 632413"/>
              <a:gd name="connsiteY53" fmla="*/ 439282 h 630520"/>
              <a:gd name="connsiteX54" fmla="*/ 183665 w 632413"/>
              <a:gd name="connsiteY54" fmla="*/ 439282 h 630520"/>
              <a:gd name="connsiteX55" fmla="*/ 214907 w 632413"/>
              <a:gd name="connsiteY55" fmla="*/ 568036 h 630520"/>
              <a:gd name="connsiteX56" fmla="*/ 73845 w 632413"/>
              <a:gd name="connsiteY56" fmla="*/ 439282 h 630520"/>
              <a:gd name="connsiteX57" fmla="*/ 271711 w 632413"/>
              <a:gd name="connsiteY57" fmla="*/ 584131 h 630520"/>
              <a:gd name="connsiteX58" fmla="*/ 228161 w 632413"/>
              <a:gd name="connsiteY58" fmla="*/ 439282 h 630520"/>
              <a:gd name="connsiteX59" fmla="*/ 401412 w 632413"/>
              <a:gd name="connsiteY59" fmla="*/ 439282 h 630520"/>
              <a:gd name="connsiteX60" fmla="*/ 357863 w 632413"/>
              <a:gd name="connsiteY60" fmla="*/ 584131 h 630520"/>
              <a:gd name="connsiteX61" fmla="*/ 315260 w 632413"/>
              <a:gd name="connsiteY61" fmla="*/ 587918 h 630520"/>
              <a:gd name="connsiteX62" fmla="*/ 271711 w 632413"/>
              <a:gd name="connsiteY62" fmla="*/ 584131 h 630520"/>
              <a:gd name="connsiteX63" fmla="*/ 412773 w 632413"/>
              <a:gd name="connsiteY63" fmla="*/ 568983 h 630520"/>
              <a:gd name="connsiteX64" fmla="*/ 444962 w 632413"/>
              <a:gd name="connsiteY64" fmla="*/ 439282 h 630520"/>
              <a:gd name="connsiteX65" fmla="*/ 557622 w 632413"/>
              <a:gd name="connsiteY65" fmla="*/ 439282 h 630520"/>
              <a:gd name="connsiteX66" fmla="*/ 412773 w 632413"/>
              <a:gd name="connsiteY66" fmla="*/ 568983 h 63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32413" h="630520">
                <a:moveTo>
                  <a:pt x="609692" y="195026"/>
                </a:moveTo>
                <a:lnTo>
                  <a:pt x="609692" y="195026"/>
                </a:lnTo>
                <a:cubicBezTo>
                  <a:pt x="568036" y="94673"/>
                  <a:pt x="481884" y="23668"/>
                  <a:pt x="378691" y="4734"/>
                </a:cubicBezTo>
                <a:lnTo>
                  <a:pt x="376797" y="4734"/>
                </a:lnTo>
                <a:cubicBezTo>
                  <a:pt x="356916" y="2840"/>
                  <a:pt x="336088" y="0"/>
                  <a:pt x="315260" y="0"/>
                </a:cubicBezTo>
                <a:cubicBezTo>
                  <a:pt x="293485" y="0"/>
                  <a:pt x="269817" y="2840"/>
                  <a:pt x="248989" y="6627"/>
                </a:cubicBezTo>
                <a:cubicBezTo>
                  <a:pt x="245202" y="7574"/>
                  <a:pt x="241415" y="8521"/>
                  <a:pt x="238575" y="9467"/>
                </a:cubicBezTo>
                <a:cubicBezTo>
                  <a:pt x="238575" y="9467"/>
                  <a:pt x="239522" y="8521"/>
                  <a:pt x="239522" y="8521"/>
                </a:cubicBezTo>
                <a:cubicBezTo>
                  <a:pt x="239522" y="8521"/>
                  <a:pt x="238575" y="9467"/>
                  <a:pt x="238575" y="9467"/>
                </a:cubicBezTo>
                <a:cubicBezTo>
                  <a:pt x="139169" y="33135"/>
                  <a:pt x="58697" y="103193"/>
                  <a:pt x="21775" y="198813"/>
                </a:cubicBezTo>
                <a:cubicBezTo>
                  <a:pt x="7574" y="233842"/>
                  <a:pt x="0" y="274551"/>
                  <a:pt x="0" y="315260"/>
                </a:cubicBezTo>
                <a:cubicBezTo>
                  <a:pt x="0" y="355023"/>
                  <a:pt x="7574" y="393839"/>
                  <a:pt x="21775" y="428867"/>
                </a:cubicBezTo>
                <a:cubicBezTo>
                  <a:pt x="60591" y="528274"/>
                  <a:pt x="148636" y="603065"/>
                  <a:pt x="251829" y="622947"/>
                </a:cubicBezTo>
                <a:cubicBezTo>
                  <a:pt x="273604" y="627680"/>
                  <a:pt x="294432" y="630520"/>
                  <a:pt x="316207" y="630520"/>
                </a:cubicBezTo>
                <a:cubicBezTo>
                  <a:pt x="337982" y="630520"/>
                  <a:pt x="359756" y="627680"/>
                  <a:pt x="378691" y="622947"/>
                </a:cubicBezTo>
                <a:cubicBezTo>
                  <a:pt x="485671" y="601172"/>
                  <a:pt x="572770" y="528274"/>
                  <a:pt x="610639" y="428867"/>
                </a:cubicBezTo>
                <a:cubicBezTo>
                  <a:pt x="624840" y="393839"/>
                  <a:pt x="632414" y="353129"/>
                  <a:pt x="632414" y="312420"/>
                </a:cubicBezTo>
                <a:cubicBezTo>
                  <a:pt x="631467" y="270764"/>
                  <a:pt x="623893" y="231001"/>
                  <a:pt x="609692" y="195026"/>
                </a:cubicBezTo>
                <a:close/>
                <a:moveTo>
                  <a:pt x="556676" y="185559"/>
                </a:moveTo>
                <a:lnTo>
                  <a:pt x="444962" y="185559"/>
                </a:lnTo>
                <a:cubicBezTo>
                  <a:pt x="438335" y="137275"/>
                  <a:pt x="427921" y="94673"/>
                  <a:pt x="414667" y="59644"/>
                </a:cubicBezTo>
                <a:cubicBezTo>
                  <a:pt x="475257" y="82365"/>
                  <a:pt x="525434" y="126861"/>
                  <a:pt x="556676" y="185559"/>
                </a:cubicBezTo>
                <a:close/>
                <a:moveTo>
                  <a:pt x="587918" y="313367"/>
                </a:moveTo>
                <a:cubicBezTo>
                  <a:pt x="587918" y="341769"/>
                  <a:pt x="584131" y="370170"/>
                  <a:pt x="575610" y="395732"/>
                </a:cubicBezTo>
                <a:lnTo>
                  <a:pt x="450642" y="395732"/>
                </a:lnTo>
                <a:cubicBezTo>
                  <a:pt x="453482" y="369224"/>
                  <a:pt x="454429" y="340822"/>
                  <a:pt x="454429" y="311473"/>
                </a:cubicBezTo>
                <a:cubicBezTo>
                  <a:pt x="454429" y="283071"/>
                  <a:pt x="453482" y="255616"/>
                  <a:pt x="450642" y="229108"/>
                </a:cubicBezTo>
                <a:lnTo>
                  <a:pt x="575610" y="229108"/>
                </a:lnTo>
                <a:cubicBezTo>
                  <a:pt x="583184" y="255616"/>
                  <a:pt x="587918" y="283071"/>
                  <a:pt x="587918" y="313367"/>
                </a:cubicBezTo>
                <a:close/>
                <a:moveTo>
                  <a:pt x="222481" y="395732"/>
                </a:moveTo>
                <a:cubicBezTo>
                  <a:pt x="219641" y="369224"/>
                  <a:pt x="217747" y="340822"/>
                  <a:pt x="217747" y="311473"/>
                </a:cubicBezTo>
                <a:cubicBezTo>
                  <a:pt x="217747" y="282125"/>
                  <a:pt x="218694" y="255616"/>
                  <a:pt x="221534" y="229108"/>
                </a:cubicBezTo>
                <a:lnTo>
                  <a:pt x="406146" y="229108"/>
                </a:lnTo>
                <a:cubicBezTo>
                  <a:pt x="408986" y="255616"/>
                  <a:pt x="409933" y="283071"/>
                  <a:pt x="409933" y="311473"/>
                </a:cubicBezTo>
                <a:cubicBezTo>
                  <a:pt x="409933" y="340822"/>
                  <a:pt x="408039" y="369224"/>
                  <a:pt x="405199" y="395732"/>
                </a:cubicBezTo>
                <a:lnTo>
                  <a:pt x="222481" y="395732"/>
                </a:lnTo>
                <a:close/>
                <a:moveTo>
                  <a:pt x="55857" y="395732"/>
                </a:moveTo>
                <a:cubicBezTo>
                  <a:pt x="48283" y="370170"/>
                  <a:pt x="43549" y="343662"/>
                  <a:pt x="43549" y="316207"/>
                </a:cubicBezTo>
                <a:cubicBezTo>
                  <a:pt x="43549" y="285912"/>
                  <a:pt x="48283" y="256563"/>
                  <a:pt x="56804" y="230055"/>
                </a:cubicBezTo>
                <a:lnTo>
                  <a:pt x="177985" y="230055"/>
                </a:lnTo>
                <a:cubicBezTo>
                  <a:pt x="175145" y="256563"/>
                  <a:pt x="174198" y="283071"/>
                  <a:pt x="174198" y="312420"/>
                </a:cubicBezTo>
                <a:cubicBezTo>
                  <a:pt x="174198" y="341769"/>
                  <a:pt x="175145" y="370170"/>
                  <a:pt x="177985" y="396679"/>
                </a:cubicBezTo>
                <a:lnTo>
                  <a:pt x="55857" y="396679"/>
                </a:lnTo>
                <a:close/>
                <a:moveTo>
                  <a:pt x="361650" y="47336"/>
                </a:moveTo>
                <a:cubicBezTo>
                  <a:pt x="378691" y="79525"/>
                  <a:pt x="392892" y="128755"/>
                  <a:pt x="401412" y="186505"/>
                </a:cubicBezTo>
                <a:lnTo>
                  <a:pt x="228161" y="186505"/>
                </a:lnTo>
                <a:cubicBezTo>
                  <a:pt x="236682" y="130648"/>
                  <a:pt x="249936" y="83312"/>
                  <a:pt x="266977" y="49230"/>
                </a:cubicBezTo>
                <a:cubicBezTo>
                  <a:pt x="282125" y="46390"/>
                  <a:pt x="299166" y="44496"/>
                  <a:pt x="315260" y="44496"/>
                </a:cubicBezTo>
                <a:cubicBezTo>
                  <a:pt x="330408" y="43549"/>
                  <a:pt x="345555" y="45443"/>
                  <a:pt x="361650" y="47336"/>
                </a:cubicBezTo>
                <a:close/>
                <a:moveTo>
                  <a:pt x="213014" y="63431"/>
                </a:moveTo>
                <a:cubicBezTo>
                  <a:pt x="200706" y="97513"/>
                  <a:pt x="190292" y="139169"/>
                  <a:pt x="183665" y="185559"/>
                </a:cubicBezTo>
                <a:lnTo>
                  <a:pt x="75738" y="185559"/>
                </a:lnTo>
                <a:cubicBezTo>
                  <a:pt x="106033" y="129702"/>
                  <a:pt x="154317" y="87099"/>
                  <a:pt x="213014" y="63431"/>
                </a:cubicBezTo>
                <a:close/>
                <a:moveTo>
                  <a:pt x="73845" y="439282"/>
                </a:moveTo>
                <a:lnTo>
                  <a:pt x="183665" y="439282"/>
                </a:lnTo>
                <a:cubicBezTo>
                  <a:pt x="190292" y="490405"/>
                  <a:pt x="200706" y="533007"/>
                  <a:pt x="214907" y="568036"/>
                </a:cubicBezTo>
                <a:cubicBezTo>
                  <a:pt x="155263" y="544368"/>
                  <a:pt x="104140" y="497979"/>
                  <a:pt x="73845" y="439282"/>
                </a:cubicBezTo>
                <a:close/>
                <a:moveTo>
                  <a:pt x="271711" y="584131"/>
                </a:moveTo>
                <a:cubicBezTo>
                  <a:pt x="251829" y="550049"/>
                  <a:pt x="236682" y="500819"/>
                  <a:pt x="228161" y="439282"/>
                </a:cubicBezTo>
                <a:lnTo>
                  <a:pt x="401412" y="439282"/>
                </a:lnTo>
                <a:cubicBezTo>
                  <a:pt x="392892" y="497979"/>
                  <a:pt x="377744" y="549102"/>
                  <a:pt x="357863" y="584131"/>
                </a:cubicBezTo>
                <a:cubicBezTo>
                  <a:pt x="344609" y="586971"/>
                  <a:pt x="330408" y="587918"/>
                  <a:pt x="315260" y="587918"/>
                </a:cubicBezTo>
                <a:cubicBezTo>
                  <a:pt x="301059" y="587918"/>
                  <a:pt x="285912" y="586024"/>
                  <a:pt x="271711" y="584131"/>
                </a:cubicBezTo>
                <a:close/>
                <a:moveTo>
                  <a:pt x="412773" y="568983"/>
                </a:moveTo>
                <a:cubicBezTo>
                  <a:pt x="426974" y="533007"/>
                  <a:pt x="438335" y="488511"/>
                  <a:pt x="444962" y="439282"/>
                </a:cubicBezTo>
                <a:lnTo>
                  <a:pt x="557622" y="439282"/>
                </a:lnTo>
                <a:cubicBezTo>
                  <a:pt x="527327" y="498925"/>
                  <a:pt x="476204" y="545315"/>
                  <a:pt x="412773" y="568983"/>
                </a:cubicBezTo>
                <a:close/>
              </a:path>
            </a:pathLst>
          </a:custGeom>
          <a:solidFill>
            <a:srgbClr val="000000"/>
          </a:solidFill>
          <a:ln w="9438" cap="flat">
            <a:noFill/>
            <a:prstDash val="solid"/>
            <a:miter/>
          </a:ln>
        </p:spPr>
        <p:txBody>
          <a:bodyPr rtlCol="0" anchor="ctr"/>
          <a:lstStyle/>
          <a:p>
            <a:endParaRPr lang="en-US"/>
          </a:p>
        </p:txBody>
      </p:sp>
      <p:sp>
        <p:nvSpPr>
          <p:cNvPr id="16" name="Text Placeholder 2">
            <a:extLst>
              <a:ext uri="{FF2B5EF4-FFF2-40B4-BE49-F238E27FC236}">
                <a16:creationId xmlns:a16="http://schemas.microsoft.com/office/drawing/2014/main" id="{9B614B7C-3F2A-0D94-E584-CEC322E6736F}"/>
              </a:ext>
            </a:extLst>
          </p:cNvPr>
          <p:cNvSpPr>
            <a:spLocks noGrp="1"/>
          </p:cNvSpPr>
          <p:nvPr>
            <p:ph type="body" sz="quarter" idx="17" hasCustomPrompt="1"/>
          </p:nvPr>
        </p:nvSpPr>
        <p:spPr>
          <a:xfrm>
            <a:off x="12157494" y="6423101"/>
            <a:ext cx="4937973" cy="320439"/>
          </a:xfrm>
          <a:prstGeom prst="rect">
            <a:avLst/>
          </a:prstGeom>
        </p:spPr>
        <p:txBody>
          <a:bodyPr/>
          <a:lstStyle>
            <a:lvl1pPr marL="0" indent="0" algn="l">
              <a:lnSpc>
                <a:spcPct val="90000"/>
              </a:lnSpc>
              <a:buNone/>
              <a:defRPr sz="1800" b="1">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email</a:t>
            </a:r>
          </a:p>
        </p:txBody>
      </p: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9" name="Date Placeholder 3">
            <a:extLst>
              <a:ext uri="{FF2B5EF4-FFF2-40B4-BE49-F238E27FC236}">
                <a16:creationId xmlns:a16="http://schemas.microsoft.com/office/drawing/2014/main" id="{F01B45CF-F80F-AF1A-BB60-5E7615EB2DD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April 12,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509817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ayout 12b - Regist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97FAEE-5FAF-88B1-7416-563A1CAB4285}"/>
              </a:ext>
              <a:ext uri="{C183D7F6-B498-43B3-948B-1728B52AA6E4}">
                <adec:decorative xmlns:adec="http://schemas.microsoft.com/office/drawing/2017/decorative" val="1"/>
              </a:ext>
            </a:extLst>
          </p:cNvPr>
          <p:cNvSpPr/>
          <p:nvPr userDrawn="1"/>
        </p:nvSpPr>
        <p:spPr>
          <a:xfrm>
            <a:off x="-1" y="-1"/>
            <a:ext cx="20318413" cy="95313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399AF-2CA0-ABA0-9DFA-3AB2EA83063D}"/>
              </a:ext>
              <a:ext uri="{C183D7F6-B498-43B3-948B-1728B52AA6E4}">
                <adec:decorative xmlns:adec="http://schemas.microsoft.com/office/drawing/2017/decorative" val="1"/>
              </a:ext>
            </a:extLst>
          </p:cNvPr>
          <p:cNvSpPr/>
          <p:nvPr userDrawn="1"/>
        </p:nvSpPr>
        <p:spPr>
          <a:xfrm>
            <a:off x="4124366" y="2334708"/>
            <a:ext cx="13337750" cy="4861932"/>
          </a:xfrm>
          <a:prstGeom prst="rect">
            <a:avLst/>
          </a:prstGeom>
          <a:solidFill>
            <a:schemeClr val="bg1"/>
          </a:solidFill>
          <a:ln>
            <a:noFill/>
          </a:ln>
          <a:effectLst>
            <a:outerShdw blurRad="392136" sx="60000" sy="60000" algn="ctr" rotWithShape="0">
              <a:prstClr val="black">
                <a:alpha val="998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BD7D226-EE41-9FB9-ED21-8357A423D9E4}"/>
              </a:ext>
              <a:ext uri="{C183D7F6-B498-43B3-948B-1728B52AA6E4}">
                <adec:decorative xmlns:adec="http://schemas.microsoft.com/office/drawing/2017/decorative" val="1"/>
              </a:ext>
            </a:extLst>
          </p:cNvPr>
          <p:cNvSpPr/>
          <p:nvPr userDrawn="1"/>
        </p:nvSpPr>
        <p:spPr>
          <a:xfrm>
            <a:off x="4124366" y="7033470"/>
            <a:ext cx="13339334" cy="15979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5695200" y="3740400"/>
            <a:ext cx="5367600" cy="428400"/>
          </a:xfrm>
          <a:prstGeom prst="rect">
            <a:avLst/>
          </a:prstGeom>
        </p:spPr>
        <p:txBody>
          <a:bodyPr anchor="t">
            <a:noAutofit/>
          </a:bodyPr>
          <a:lstStyle>
            <a:lvl1pPr algn="l">
              <a:lnSpc>
                <a:spcPct val="110000"/>
              </a:lnSpc>
              <a:spcAft>
                <a:spcPts val="1000"/>
              </a:spcAft>
              <a:defRPr sz="2800" b="1">
                <a:solidFill>
                  <a:schemeClr val="tx1"/>
                </a:solidFill>
                <a:latin typeface="+mj-lt"/>
                <a:cs typeface="Poppins" pitchFamily="2" charset="77"/>
              </a:defRPr>
            </a:lvl1pPr>
          </a:lstStyle>
          <a:p>
            <a:r>
              <a:rPr lang="en-GB"/>
              <a:t>Full Name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5695200" y="4453200"/>
            <a:ext cx="5367600" cy="536400"/>
          </a:xfrm>
          <a:prstGeom prst="rect">
            <a:avLst/>
          </a:prstGeom>
        </p:spPr>
        <p:txBody>
          <a:bodyPr anchor="t"/>
          <a:lstStyle>
            <a:lvl1pPr marL="0" indent="0" algn="l">
              <a:buNone/>
              <a:defRPr sz="2800">
                <a:solidFill>
                  <a:schemeClr val="tx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Accreditations</a:t>
            </a:r>
          </a:p>
        </p:txBody>
      </p:sp>
      <p:sp>
        <p:nvSpPr>
          <p:cNvPr id="13" name="Text Placeholder 2">
            <a:extLst>
              <a:ext uri="{FF2B5EF4-FFF2-40B4-BE49-F238E27FC236}">
                <a16:creationId xmlns:a16="http://schemas.microsoft.com/office/drawing/2014/main" id="{BDAA9548-D5B2-EC7E-0865-44149838B85B}"/>
              </a:ext>
            </a:extLst>
          </p:cNvPr>
          <p:cNvSpPr>
            <a:spLocks noGrp="1"/>
          </p:cNvSpPr>
          <p:nvPr>
            <p:ph type="body" sz="quarter" idx="20" hasCustomPrompt="1"/>
          </p:nvPr>
        </p:nvSpPr>
        <p:spPr>
          <a:xfrm>
            <a:off x="5696355" y="5130000"/>
            <a:ext cx="5366302" cy="536390"/>
          </a:xfrm>
          <a:prstGeom prst="rect">
            <a:avLst/>
          </a:prstGeom>
        </p:spPr>
        <p:txBody>
          <a:bodyPr/>
          <a:lstStyle>
            <a:lvl1pPr marL="0" indent="0" algn="l">
              <a:lnSpc>
                <a:spcPct val="100000"/>
              </a:lnSpc>
              <a:buNone/>
              <a:defRPr sz="2800" b="0">
                <a:solidFill>
                  <a:schemeClr val="accent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Title</a:t>
            </a:r>
          </a:p>
        </p:txBody>
      </p:sp>
      <p:sp>
        <p:nvSpPr>
          <p:cNvPr id="12" name="Picture Placeholder 4">
            <a:extLst>
              <a:ext uri="{FF2B5EF4-FFF2-40B4-BE49-F238E27FC236}">
                <a16:creationId xmlns:a16="http://schemas.microsoft.com/office/drawing/2014/main" id="{FFC3C17C-4836-54D8-2826-B95E3AABFF1D}"/>
              </a:ext>
            </a:extLst>
          </p:cNvPr>
          <p:cNvSpPr>
            <a:spLocks noGrp="1"/>
          </p:cNvSpPr>
          <p:nvPr>
            <p:ph type="pic" sz="quarter" idx="15"/>
          </p:nvPr>
        </p:nvSpPr>
        <p:spPr>
          <a:xfrm>
            <a:off x="2070752" y="3077188"/>
            <a:ext cx="3257370" cy="3256121"/>
          </a:xfrm>
          <a:prstGeom prst="rect">
            <a:avLst/>
          </a:prstGeom>
          <a:ln w="63500">
            <a:solidFill>
              <a:schemeClr val="bg1"/>
            </a:solidFill>
          </a:ln>
          <a:effectLst>
            <a:outerShdw blurRad="317500" algn="ctr" rotWithShape="0">
              <a:prstClr val="black">
                <a:alpha val="12000"/>
              </a:prstClr>
            </a:outerShdw>
          </a:effectLst>
        </p:spPr>
        <p:txBody>
          <a:bodyPr/>
          <a:lstStyle>
            <a:lvl1pPr marL="0" indent="0">
              <a:buNone/>
              <a:defRPr/>
            </a:lvl1pPr>
          </a:lstStyle>
          <a:p>
            <a:endParaRPr lang="en-US"/>
          </a:p>
        </p:txBody>
      </p:sp>
      <p:sp>
        <p:nvSpPr>
          <p:cNvPr id="14" name="Text Placeholder 2">
            <a:extLst>
              <a:ext uri="{FF2B5EF4-FFF2-40B4-BE49-F238E27FC236}">
                <a16:creationId xmlns:a16="http://schemas.microsoft.com/office/drawing/2014/main" id="{E1A72E33-59E3-B8C0-291D-0BF16B8D8ACA}"/>
              </a:ext>
            </a:extLst>
          </p:cNvPr>
          <p:cNvSpPr>
            <a:spLocks noGrp="1"/>
          </p:cNvSpPr>
          <p:nvPr>
            <p:ph type="body" sz="quarter" idx="21" hasCustomPrompt="1"/>
          </p:nvPr>
        </p:nvSpPr>
        <p:spPr>
          <a:xfrm>
            <a:off x="11729165" y="2722713"/>
            <a:ext cx="5366302" cy="427636"/>
          </a:xfrm>
          <a:prstGeom prst="rect">
            <a:avLst/>
          </a:prstGeom>
        </p:spPr>
        <p:txBody>
          <a:bodyPr/>
          <a:lstStyle>
            <a:lvl1pPr marL="0" indent="0" algn="l">
              <a:lnSpc>
                <a:spcPct val="90000"/>
              </a:lnSpc>
              <a:buNone/>
              <a:defRPr sz="3000" b="1">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Insert Title</a:t>
            </a:r>
          </a:p>
        </p:txBody>
      </p:sp>
      <p:sp>
        <p:nvSpPr>
          <p:cNvPr id="15" name="Text Placeholder 2">
            <a:extLst>
              <a:ext uri="{FF2B5EF4-FFF2-40B4-BE49-F238E27FC236}">
                <a16:creationId xmlns:a16="http://schemas.microsoft.com/office/drawing/2014/main" id="{64659317-169C-8689-A0CA-20666CF8A651}"/>
              </a:ext>
            </a:extLst>
          </p:cNvPr>
          <p:cNvSpPr>
            <a:spLocks noGrp="1"/>
          </p:cNvSpPr>
          <p:nvPr>
            <p:ph type="body" sz="quarter" idx="16" hasCustomPrompt="1"/>
          </p:nvPr>
        </p:nvSpPr>
        <p:spPr>
          <a:xfrm>
            <a:off x="11729165" y="3277327"/>
            <a:ext cx="5366302" cy="2855844"/>
          </a:xfrm>
          <a:prstGeom prst="rect">
            <a:avLst/>
          </a:prstGeom>
        </p:spPr>
        <p:txBody>
          <a:bodyPr/>
          <a:lstStyle>
            <a:lvl1pPr marL="0" indent="0" algn="l">
              <a:lnSpc>
                <a:spcPct val="110000"/>
              </a:lnSpc>
              <a:spcBef>
                <a:spcPts val="0"/>
              </a:spcBef>
              <a:spcAft>
                <a:spcPts val="600"/>
              </a:spcAft>
              <a:buNone/>
              <a:defRPr sz="1800" b="0">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Insert Info Here</a:t>
            </a:r>
          </a:p>
        </p:txBody>
      </p:sp>
      <p:sp>
        <p:nvSpPr>
          <p:cNvPr id="17" name="Freeform 16" descr="World wide web icon">
            <a:extLst>
              <a:ext uri="{FF2B5EF4-FFF2-40B4-BE49-F238E27FC236}">
                <a16:creationId xmlns:a16="http://schemas.microsoft.com/office/drawing/2014/main" id="{EEED13BE-4966-4646-607D-1F15919447F8}"/>
              </a:ext>
            </a:extLst>
          </p:cNvPr>
          <p:cNvSpPr/>
          <p:nvPr userDrawn="1"/>
        </p:nvSpPr>
        <p:spPr>
          <a:xfrm>
            <a:off x="11729165" y="6425952"/>
            <a:ext cx="318541" cy="317588"/>
          </a:xfrm>
          <a:custGeom>
            <a:avLst/>
            <a:gdLst>
              <a:gd name="connsiteX0" fmla="*/ 609692 w 632413"/>
              <a:gd name="connsiteY0" fmla="*/ 195026 h 630520"/>
              <a:gd name="connsiteX1" fmla="*/ 609692 w 632413"/>
              <a:gd name="connsiteY1" fmla="*/ 195026 h 630520"/>
              <a:gd name="connsiteX2" fmla="*/ 378691 w 632413"/>
              <a:gd name="connsiteY2" fmla="*/ 4734 h 630520"/>
              <a:gd name="connsiteX3" fmla="*/ 376797 w 632413"/>
              <a:gd name="connsiteY3" fmla="*/ 4734 h 630520"/>
              <a:gd name="connsiteX4" fmla="*/ 315260 w 632413"/>
              <a:gd name="connsiteY4" fmla="*/ 0 h 630520"/>
              <a:gd name="connsiteX5" fmla="*/ 248989 w 632413"/>
              <a:gd name="connsiteY5" fmla="*/ 6627 h 630520"/>
              <a:gd name="connsiteX6" fmla="*/ 238575 w 632413"/>
              <a:gd name="connsiteY6" fmla="*/ 9467 h 630520"/>
              <a:gd name="connsiteX7" fmla="*/ 239522 w 632413"/>
              <a:gd name="connsiteY7" fmla="*/ 8521 h 630520"/>
              <a:gd name="connsiteX8" fmla="*/ 238575 w 632413"/>
              <a:gd name="connsiteY8" fmla="*/ 9467 h 630520"/>
              <a:gd name="connsiteX9" fmla="*/ 21775 w 632413"/>
              <a:gd name="connsiteY9" fmla="*/ 198813 h 630520"/>
              <a:gd name="connsiteX10" fmla="*/ 0 w 632413"/>
              <a:gd name="connsiteY10" fmla="*/ 315260 h 630520"/>
              <a:gd name="connsiteX11" fmla="*/ 21775 w 632413"/>
              <a:gd name="connsiteY11" fmla="*/ 428867 h 630520"/>
              <a:gd name="connsiteX12" fmla="*/ 251829 w 632413"/>
              <a:gd name="connsiteY12" fmla="*/ 622947 h 630520"/>
              <a:gd name="connsiteX13" fmla="*/ 316207 w 632413"/>
              <a:gd name="connsiteY13" fmla="*/ 630520 h 630520"/>
              <a:gd name="connsiteX14" fmla="*/ 378691 w 632413"/>
              <a:gd name="connsiteY14" fmla="*/ 622947 h 630520"/>
              <a:gd name="connsiteX15" fmla="*/ 610639 w 632413"/>
              <a:gd name="connsiteY15" fmla="*/ 428867 h 630520"/>
              <a:gd name="connsiteX16" fmla="*/ 632414 w 632413"/>
              <a:gd name="connsiteY16" fmla="*/ 312420 h 630520"/>
              <a:gd name="connsiteX17" fmla="*/ 609692 w 632413"/>
              <a:gd name="connsiteY17" fmla="*/ 195026 h 630520"/>
              <a:gd name="connsiteX18" fmla="*/ 556676 w 632413"/>
              <a:gd name="connsiteY18" fmla="*/ 185559 h 630520"/>
              <a:gd name="connsiteX19" fmla="*/ 444962 w 632413"/>
              <a:gd name="connsiteY19" fmla="*/ 185559 h 630520"/>
              <a:gd name="connsiteX20" fmla="*/ 414667 w 632413"/>
              <a:gd name="connsiteY20" fmla="*/ 59644 h 630520"/>
              <a:gd name="connsiteX21" fmla="*/ 556676 w 632413"/>
              <a:gd name="connsiteY21" fmla="*/ 185559 h 630520"/>
              <a:gd name="connsiteX22" fmla="*/ 587918 w 632413"/>
              <a:gd name="connsiteY22" fmla="*/ 313367 h 630520"/>
              <a:gd name="connsiteX23" fmla="*/ 575610 w 632413"/>
              <a:gd name="connsiteY23" fmla="*/ 395732 h 630520"/>
              <a:gd name="connsiteX24" fmla="*/ 450642 w 632413"/>
              <a:gd name="connsiteY24" fmla="*/ 395732 h 630520"/>
              <a:gd name="connsiteX25" fmla="*/ 454429 w 632413"/>
              <a:gd name="connsiteY25" fmla="*/ 311473 h 630520"/>
              <a:gd name="connsiteX26" fmla="*/ 450642 w 632413"/>
              <a:gd name="connsiteY26" fmla="*/ 229108 h 630520"/>
              <a:gd name="connsiteX27" fmla="*/ 575610 w 632413"/>
              <a:gd name="connsiteY27" fmla="*/ 229108 h 630520"/>
              <a:gd name="connsiteX28" fmla="*/ 587918 w 632413"/>
              <a:gd name="connsiteY28" fmla="*/ 313367 h 630520"/>
              <a:gd name="connsiteX29" fmla="*/ 222481 w 632413"/>
              <a:gd name="connsiteY29" fmla="*/ 395732 h 630520"/>
              <a:gd name="connsiteX30" fmla="*/ 217747 w 632413"/>
              <a:gd name="connsiteY30" fmla="*/ 311473 h 630520"/>
              <a:gd name="connsiteX31" fmla="*/ 221534 w 632413"/>
              <a:gd name="connsiteY31" fmla="*/ 229108 h 630520"/>
              <a:gd name="connsiteX32" fmla="*/ 406146 w 632413"/>
              <a:gd name="connsiteY32" fmla="*/ 229108 h 630520"/>
              <a:gd name="connsiteX33" fmla="*/ 409933 w 632413"/>
              <a:gd name="connsiteY33" fmla="*/ 311473 h 630520"/>
              <a:gd name="connsiteX34" fmla="*/ 405199 w 632413"/>
              <a:gd name="connsiteY34" fmla="*/ 395732 h 630520"/>
              <a:gd name="connsiteX35" fmla="*/ 222481 w 632413"/>
              <a:gd name="connsiteY35" fmla="*/ 395732 h 630520"/>
              <a:gd name="connsiteX36" fmla="*/ 55857 w 632413"/>
              <a:gd name="connsiteY36" fmla="*/ 395732 h 630520"/>
              <a:gd name="connsiteX37" fmla="*/ 43549 w 632413"/>
              <a:gd name="connsiteY37" fmla="*/ 316207 h 630520"/>
              <a:gd name="connsiteX38" fmla="*/ 56804 w 632413"/>
              <a:gd name="connsiteY38" fmla="*/ 230055 h 630520"/>
              <a:gd name="connsiteX39" fmla="*/ 177985 w 632413"/>
              <a:gd name="connsiteY39" fmla="*/ 230055 h 630520"/>
              <a:gd name="connsiteX40" fmla="*/ 174198 w 632413"/>
              <a:gd name="connsiteY40" fmla="*/ 312420 h 630520"/>
              <a:gd name="connsiteX41" fmla="*/ 177985 w 632413"/>
              <a:gd name="connsiteY41" fmla="*/ 396679 h 630520"/>
              <a:gd name="connsiteX42" fmla="*/ 55857 w 632413"/>
              <a:gd name="connsiteY42" fmla="*/ 396679 h 630520"/>
              <a:gd name="connsiteX43" fmla="*/ 361650 w 632413"/>
              <a:gd name="connsiteY43" fmla="*/ 47336 h 630520"/>
              <a:gd name="connsiteX44" fmla="*/ 401412 w 632413"/>
              <a:gd name="connsiteY44" fmla="*/ 186505 h 630520"/>
              <a:gd name="connsiteX45" fmla="*/ 228161 w 632413"/>
              <a:gd name="connsiteY45" fmla="*/ 186505 h 630520"/>
              <a:gd name="connsiteX46" fmla="*/ 266977 w 632413"/>
              <a:gd name="connsiteY46" fmla="*/ 49230 h 630520"/>
              <a:gd name="connsiteX47" fmla="*/ 315260 w 632413"/>
              <a:gd name="connsiteY47" fmla="*/ 44496 h 630520"/>
              <a:gd name="connsiteX48" fmla="*/ 361650 w 632413"/>
              <a:gd name="connsiteY48" fmla="*/ 47336 h 630520"/>
              <a:gd name="connsiteX49" fmla="*/ 213014 w 632413"/>
              <a:gd name="connsiteY49" fmla="*/ 63431 h 630520"/>
              <a:gd name="connsiteX50" fmla="*/ 183665 w 632413"/>
              <a:gd name="connsiteY50" fmla="*/ 185559 h 630520"/>
              <a:gd name="connsiteX51" fmla="*/ 75738 w 632413"/>
              <a:gd name="connsiteY51" fmla="*/ 185559 h 630520"/>
              <a:gd name="connsiteX52" fmla="*/ 213014 w 632413"/>
              <a:gd name="connsiteY52" fmla="*/ 63431 h 630520"/>
              <a:gd name="connsiteX53" fmla="*/ 73845 w 632413"/>
              <a:gd name="connsiteY53" fmla="*/ 439282 h 630520"/>
              <a:gd name="connsiteX54" fmla="*/ 183665 w 632413"/>
              <a:gd name="connsiteY54" fmla="*/ 439282 h 630520"/>
              <a:gd name="connsiteX55" fmla="*/ 214907 w 632413"/>
              <a:gd name="connsiteY55" fmla="*/ 568036 h 630520"/>
              <a:gd name="connsiteX56" fmla="*/ 73845 w 632413"/>
              <a:gd name="connsiteY56" fmla="*/ 439282 h 630520"/>
              <a:gd name="connsiteX57" fmla="*/ 271711 w 632413"/>
              <a:gd name="connsiteY57" fmla="*/ 584131 h 630520"/>
              <a:gd name="connsiteX58" fmla="*/ 228161 w 632413"/>
              <a:gd name="connsiteY58" fmla="*/ 439282 h 630520"/>
              <a:gd name="connsiteX59" fmla="*/ 401412 w 632413"/>
              <a:gd name="connsiteY59" fmla="*/ 439282 h 630520"/>
              <a:gd name="connsiteX60" fmla="*/ 357863 w 632413"/>
              <a:gd name="connsiteY60" fmla="*/ 584131 h 630520"/>
              <a:gd name="connsiteX61" fmla="*/ 315260 w 632413"/>
              <a:gd name="connsiteY61" fmla="*/ 587918 h 630520"/>
              <a:gd name="connsiteX62" fmla="*/ 271711 w 632413"/>
              <a:gd name="connsiteY62" fmla="*/ 584131 h 630520"/>
              <a:gd name="connsiteX63" fmla="*/ 412773 w 632413"/>
              <a:gd name="connsiteY63" fmla="*/ 568983 h 630520"/>
              <a:gd name="connsiteX64" fmla="*/ 444962 w 632413"/>
              <a:gd name="connsiteY64" fmla="*/ 439282 h 630520"/>
              <a:gd name="connsiteX65" fmla="*/ 557622 w 632413"/>
              <a:gd name="connsiteY65" fmla="*/ 439282 h 630520"/>
              <a:gd name="connsiteX66" fmla="*/ 412773 w 632413"/>
              <a:gd name="connsiteY66" fmla="*/ 568983 h 63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32413" h="630520">
                <a:moveTo>
                  <a:pt x="609692" y="195026"/>
                </a:moveTo>
                <a:lnTo>
                  <a:pt x="609692" y="195026"/>
                </a:lnTo>
                <a:cubicBezTo>
                  <a:pt x="568036" y="94673"/>
                  <a:pt x="481884" y="23668"/>
                  <a:pt x="378691" y="4734"/>
                </a:cubicBezTo>
                <a:lnTo>
                  <a:pt x="376797" y="4734"/>
                </a:lnTo>
                <a:cubicBezTo>
                  <a:pt x="356916" y="2840"/>
                  <a:pt x="336088" y="0"/>
                  <a:pt x="315260" y="0"/>
                </a:cubicBezTo>
                <a:cubicBezTo>
                  <a:pt x="293485" y="0"/>
                  <a:pt x="269817" y="2840"/>
                  <a:pt x="248989" y="6627"/>
                </a:cubicBezTo>
                <a:cubicBezTo>
                  <a:pt x="245202" y="7574"/>
                  <a:pt x="241415" y="8521"/>
                  <a:pt x="238575" y="9467"/>
                </a:cubicBezTo>
                <a:cubicBezTo>
                  <a:pt x="238575" y="9467"/>
                  <a:pt x="239522" y="8521"/>
                  <a:pt x="239522" y="8521"/>
                </a:cubicBezTo>
                <a:cubicBezTo>
                  <a:pt x="239522" y="8521"/>
                  <a:pt x="238575" y="9467"/>
                  <a:pt x="238575" y="9467"/>
                </a:cubicBezTo>
                <a:cubicBezTo>
                  <a:pt x="139169" y="33135"/>
                  <a:pt x="58697" y="103193"/>
                  <a:pt x="21775" y="198813"/>
                </a:cubicBezTo>
                <a:cubicBezTo>
                  <a:pt x="7574" y="233842"/>
                  <a:pt x="0" y="274551"/>
                  <a:pt x="0" y="315260"/>
                </a:cubicBezTo>
                <a:cubicBezTo>
                  <a:pt x="0" y="355023"/>
                  <a:pt x="7574" y="393839"/>
                  <a:pt x="21775" y="428867"/>
                </a:cubicBezTo>
                <a:cubicBezTo>
                  <a:pt x="60591" y="528274"/>
                  <a:pt x="148636" y="603065"/>
                  <a:pt x="251829" y="622947"/>
                </a:cubicBezTo>
                <a:cubicBezTo>
                  <a:pt x="273604" y="627680"/>
                  <a:pt x="294432" y="630520"/>
                  <a:pt x="316207" y="630520"/>
                </a:cubicBezTo>
                <a:cubicBezTo>
                  <a:pt x="337982" y="630520"/>
                  <a:pt x="359756" y="627680"/>
                  <a:pt x="378691" y="622947"/>
                </a:cubicBezTo>
                <a:cubicBezTo>
                  <a:pt x="485671" y="601172"/>
                  <a:pt x="572770" y="528274"/>
                  <a:pt x="610639" y="428867"/>
                </a:cubicBezTo>
                <a:cubicBezTo>
                  <a:pt x="624840" y="393839"/>
                  <a:pt x="632414" y="353129"/>
                  <a:pt x="632414" y="312420"/>
                </a:cubicBezTo>
                <a:cubicBezTo>
                  <a:pt x="631467" y="270764"/>
                  <a:pt x="623893" y="231001"/>
                  <a:pt x="609692" y="195026"/>
                </a:cubicBezTo>
                <a:close/>
                <a:moveTo>
                  <a:pt x="556676" y="185559"/>
                </a:moveTo>
                <a:lnTo>
                  <a:pt x="444962" y="185559"/>
                </a:lnTo>
                <a:cubicBezTo>
                  <a:pt x="438335" y="137275"/>
                  <a:pt x="427921" y="94673"/>
                  <a:pt x="414667" y="59644"/>
                </a:cubicBezTo>
                <a:cubicBezTo>
                  <a:pt x="475257" y="82365"/>
                  <a:pt x="525434" y="126861"/>
                  <a:pt x="556676" y="185559"/>
                </a:cubicBezTo>
                <a:close/>
                <a:moveTo>
                  <a:pt x="587918" y="313367"/>
                </a:moveTo>
                <a:cubicBezTo>
                  <a:pt x="587918" y="341769"/>
                  <a:pt x="584131" y="370170"/>
                  <a:pt x="575610" y="395732"/>
                </a:cubicBezTo>
                <a:lnTo>
                  <a:pt x="450642" y="395732"/>
                </a:lnTo>
                <a:cubicBezTo>
                  <a:pt x="453482" y="369224"/>
                  <a:pt x="454429" y="340822"/>
                  <a:pt x="454429" y="311473"/>
                </a:cubicBezTo>
                <a:cubicBezTo>
                  <a:pt x="454429" y="283071"/>
                  <a:pt x="453482" y="255616"/>
                  <a:pt x="450642" y="229108"/>
                </a:cubicBezTo>
                <a:lnTo>
                  <a:pt x="575610" y="229108"/>
                </a:lnTo>
                <a:cubicBezTo>
                  <a:pt x="583184" y="255616"/>
                  <a:pt x="587918" y="283071"/>
                  <a:pt x="587918" y="313367"/>
                </a:cubicBezTo>
                <a:close/>
                <a:moveTo>
                  <a:pt x="222481" y="395732"/>
                </a:moveTo>
                <a:cubicBezTo>
                  <a:pt x="219641" y="369224"/>
                  <a:pt x="217747" y="340822"/>
                  <a:pt x="217747" y="311473"/>
                </a:cubicBezTo>
                <a:cubicBezTo>
                  <a:pt x="217747" y="282125"/>
                  <a:pt x="218694" y="255616"/>
                  <a:pt x="221534" y="229108"/>
                </a:cubicBezTo>
                <a:lnTo>
                  <a:pt x="406146" y="229108"/>
                </a:lnTo>
                <a:cubicBezTo>
                  <a:pt x="408986" y="255616"/>
                  <a:pt x="409933" y="283071"/>
                  <a:pt x="409933" y="311473"/>
                </a:cubicBezTo>
                <a:cubicBezTo>
                  <a:pt x="409933" y="340822"/>
                  <a:pt x="408039" y="369224"/>
                  <a:pt x="405199" y="395732"/>
                </a:cubicBezTo>
                <a:lnTo>
                  <a:pt x="222481" y="395732"/>
                </a:lnTo>
                <a:close/>
                <a:moveTo>
                  <a:pt x="55857" y="395732"/>
                </a:moveTo>
                <a:cubicBezTo>
                  <a:pt x="48283" y="370170"/>
                  <a:pt x="43549" y="343662"/>
                  <a:pt x="43549" y="316207"/>
                </a:cubicBezTo>
                <a:cubicBezTo>
                  <a:pt x="43549" y="285912"/>
                  <a:pt x="48283" y="256563"/>
                  <a:pt x="56804" y="230055"/>
                </a:cubicBezTo>
                <a:lnTo>
                  <a:pt x="177985" y="230055"/>
                </a:lnTo>
                <a:cubicBezTo>
                  <a:pt x="175145" y="256563"/>
                  <a:pt x="174198" y="283071"/>
                  <a:pt x="174198" y="312420"/>
                </a:cubicBezTo>
                <a:cubicBezTo>
                  <a:pt x="174198" y="341769"/>
                  <a:pt x="175145" y="370170"/>
                  <a:pt x="177985" y="396679"/>
                </a:cubicBezTo>
                <a:lnTo>
                  <a:pt x="55857" y="396679"/>
                </a:lnTo>
                <a:close/>
                <a:moveTo>
                  <a:pt x="361650" y="47336"/>
                </a:moveTo>
                <a:cubicBezTo>
                  <a:pt x="378691" y="79525"/>
                  <a:pt x="392892" y="128755"/>
                  <a:pt x="401412" y="186505"/>
                </a:cubicBezTo>
                <a:lnTo>
                  <a:pt x="228161" y="186505"/>
                </a:lnTo>
                <a:cubicBezTo>
                  <a:pt x="236682" y="130648"/>
                  <a:pt x="249936" y="83312"/>
                  <a:pt x="266977" y="49230"/>
                </a:cubicBezTo>
                <a:cubicBezTo>
                  <a:pt x="282125" y="46390"/>
                  <a:pt x="299166" y="44496"/>
                  <a:pt x="315260" y="44496"/>
                </a:cubicBezTo>
                <a:cubicBezTo>
                  <a:pt x="330408" y="43549"/>
                  <a:pt x="345555" y="45443"/>
                  <a:pt x="361650" y="47336"/>
                </a:cubicBezTo>
                <a:close/>
                <a:moveTo>
                  <a:pt x="213014" y="63431"/>
                </a:moveTo>
                <a:cubicBezTo>
                  <a:pt x="200706" y="97513"/>
                  <a:pt x="190292" y="139169"/>
                  <a:pt x="183665" y="185559"/>
                </a:cubicBezTo>
                <a:lnTo>
                  <a:pt x="75738" y="185559"/>
                </a:lnTo>
                <a:cubicBezTo>
                  <a:pt x="106033" y="129702"/>
                  <a:pt x="154317" y="87099"/>
                  <a:pt x="213014" y="63431"/>
                </a:cubicBezTo>
                <a:close/>
                <a:moveTo>
                  <a:pt x="73845" y="439282"/>
                </a:moveTo>
                <a:lnTo>
                  <a:pt x="183665" y="439282"/>
                </a:lnTo>
                <a:cubicBezTo>
                  <a:pt x="190292" y="490405"/>
                  <a:pt x="200706" y="533007"/>
                  <a:pt x="214907" y="568036"/>
                </a:cubicBezTo>
                <a:cubicBezTo>
                  <a:pt x="155263" y="544368"/>
                  <a:pt x="104140" y="497979"/>
                  <a:pt x="73845" y="439282"/>
                </a:cubicBezTo>
                <a:close/>
                <a:moveTo>
                  <a:pt x="271711" y="584131"/>
                </a:moveTo>
                <a:cubicBezTo>
                  <a:pt x="251829" y="550049"/>
                  <a:pt x="236682" y="500819"/>
                  <a:pt x="228161" y="439282"/>
                </a:cubicBezTo>
                <a:lnTo>
                  <a:pt x="401412" y="439282"/>
                </a:lnTo>
                <a:cubicBezTo>
                  <a:pt x="392892" y="497979"/>
                  <a:pt x="377744" y="549102"/>
                  <a:pt x="357863" y="584131"/>
                </a:cubicBezTo>
                <a:cubicBezTo>
                  <a:pt x="344609" y="586971"/>
                  <a:pt x="330408" y="587918"/>
                  <a:pt x="315260" y="587918"/>
                </a:cubicBezTo>
                <a:cubicBezTo>
                  <a:pt x="301059" y="587918"/>
                  <a:pt x="285912" y="586024"/>
                  <a:pt x="271711" y="584131"/>
                </a:cubicBezTo>
                <a:close/>
                <a:moveTo>
                  <a:pt x="412773" y="568983"/>
                </a:moveTo>
                <a:cubicBezTo>
                  <a:pt x="426974" y="533007"/>
                  <a:pt x="438335" y="488511"/>
                  <a:pt x="444962" y="439282"/>
                </a:cubicBezTo>
                <a:lnTo>
                  <a:pt x="557622" y="439282"/>
                </a:lnTo>
                <a:cubicBezTo>
                  <a:pt x="527327" y="498925"/>
                  <a:pt x="476204" y="545315"/>
                  <a:pt x="412773" y="568983"/>
                </a:cubicBezTo>
                <a:close/>
              </a:path>
            </a:pathLst>
          </a:custGeom>
          <a:solidFill>
            <a:srgbClr val="000000"/>
          </a:solidFill>
          <a:ln w="9438" cap="flat">
            <a:noFill/>
            <a:prstDash val="solid"/>
            <a:miter/>
          </a:ln>
        </p:spPr>
        <p:txBody>
          <a:bodyPr rtlCol="0" anchor="ctr"/>
          <a:lstStyle/>
          <a:p>
            <a:endParaRPr lang="en-US"/>
          </a:p>
        </p:txBody>
      </p:sp>
      <p:sp>
        <p:nvSpPr>
          <p:cNvPr id="16" name="Text Placeholder 2">
            <a:extLst>
              <a:ext uri="{FF2B5EF4-FFF2-40B4-BE49-F238E27FC236}">
                <a16:creationId xmlns:a16="http://schemas.microsoft.com/office/drawing/2014/main" id="{9B614B7C-3F2A-0D94-E584-CEC322E6736F}"/>
              </a:ext>
            </a:extLst>
          </p:cNvPr>
          <p:cNvSpPr>
            <a:spLocks noGrp="1"/>
          </p:cNvSpPr>
          <p:nvPr>
            <p:ph type="body" sz="quarter" idx="17" hasCustomPrompt="1"/>
          </p:nvPr>
        </p:nvSpPr>
        <p:spPr>
          <a:xfrm>
            <a:off x="12157494" y="6423101"/>
            <a:ext cx="4937973" cy="320439"/>
          </a:xfrm>
          <a:prstGeom prst="rect">
            <a:avLst/>
          </a:prstGeom>
        </p:spPr>
        <p:txBody>
          <a:bodyPr/>
          <a:lstStyle>
            <a:lvl1pPr marL="0" indent="0" algn="l">
              <a:lnSpc>
                <a:spcPct val="90000"/>
              </a:lnSpc>
              <a:buNone/>
              <a:defRPr sz="1800" b="1">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email</a:t>
            </a:r>
          </a:p>
        </p:txBody>
      </p: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9" name="Date Placeholder 3">
            <a:extLst>
              <a:ext uri="{FF2B5EF4-FFF2-40B4-BE49-F238E27FC236}">
                <a16:creationId xmlns:a16="http://schemas.microsoft.com/office/drawing/2014/main" id="{F01B45CF-F80F-AF1A-BB60-5E7615EB2DD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April 12,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7364263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yout 12c - Research Toolki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97FAEE-5FAF-88B1-7416-563A1CAB4285}"/>
              </a:ext>
              <a:ext uri="{C183D7F6-B498-43B3-948B-1728B52AA6E4}">
                <adec:decorative xmlns:adec="http://schemas.microsoft.com/office/drawing/2017/decorative" val="1"/>
              </a:ext>
            </a:extLst>
          </p:cNvPr>
          <p:cNvSpPr/>
          <p:nvPr userDrawn="1"/>
        </p:nvSpPr>
        <p:spPr>
          <a:xfrm>
            <a:off x="-1" y="-1"/>
            <a:ext cx="20318413" cy="1143000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399AF-2CA0-ABA0-9DFA-3AB2EA83063D}"/>
              </a:ext>
              <a:ext uri="{C183D7F6-B498-43B3-948B-1728B52AA6E4}">
                <adec:decorative xmlns:adec="http://schemas.microsoft.com/office/drawing/2017/decorative" val="1"/>
              </a:ext>
            </a:extLst>
          </p:cNvPr>
          <p:cNvSpPr/>
          <p:nvPr userDrawn="1"/>
        </p:nvSpPr>
        <p:spPr>
          <a:xfrm>
            <a:off x="4124366" y="2334708"/>
            <a:ext cx="13337750" cy="4861932"/>
          </a:xfrm>
          <a:prstGeom prst="rect">
            <a:avLst/>
          </a:prstGeom>
          <a:solidFill>
            <a:schemeClr val="bg1"/>
          </a:solidFill>
          <a:ln>
            <a:noFill/>
          </a:ln>
          <a:effectLst>
            <a:outerShdw blurRad="392136" sx="60000" sy="60000" algn="ctr" rotWithShape="0">
              <a:prstClr val="black">
                <a:alpha val="998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BD7D226-EE41-9FB9-ED21-8357A423D9E4}"/>
              </a:ext>
              <a:ext uri="{C183D7F6-B498-43B3-948B-1728B52AA6E4}">
                <adec:decorative xmlns:adec="http://schemas.microsoft.com/office/drawing/2017/decorative" val="1"/>
              </a:ext>
            </a:extLst>
          </p:cNvPr>
          <p:cNvSpPr/>
          <p:nvPr userDrawn="1"/>
        </p:nvSpPr>
        <p:spPr>
          <a:xfrm>
            <a:off x="4124366" y="7033470"/>
            <a:ext cx="13339334" cy="15979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5695200" y="3740400"/>
            <a:ext cx="5367600" cy="428400"/>
          </a:xfrm>
          <a:prstGeom prst="rect">
            <a:avLst/>
          </a:prstGeom>
        </p:spPr>
        <p:txBody>
          <a:bodyPr anchor="t">
            <a:noAutofit/>
          </a:bodyPr>
          <a:lstStyle>
            <a:lvl1pPr algn="l">
              <a:lnSpc>
                <a:spcPct val="110000"/>
              </a:lnSpc>
              <a:spcAft>
                <a:spcPts val="1000"/>
              </a:spcAft>
              <a:defRPr sz="2800" b="1">
                <a:solidFill>
                  <a:schemeClr val="tx1"/>
                </a:solidFill>
                <a:latin typeface="+mj-lt"/>
                <a:cs typeface="Poppins" pitchFamily="2" charset="77"/>
              </a:defRPr>
            </a:lvl1pPr>
          </a:lstStyle>
          <a:p>
            <a:r>
              <a:rPr lang="en-GB"/>
              <a:t>Full Name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5695200" y="4453200"/>
            <a:ext cx="5367600" cy="536400"/>
          </a:xfrm>
          <a:prstGeom prst="rect">
            <a:avLst/>
          </a:prstGeom>
        </p:spPr>
        <p:txBody>
          <a:bodyPr anchor="t"/>
          <a:lstStyle>
            <a:lvl1pPr marL="0" indent="0" algn="l">
              <a:buNone/>
              <a:defRPr sz="2800">
                <a:solidFill>
                  <a:schemeClr val="tx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Accreditations</a:t>
            </a:r>
          </a:p>
        </p:txBody>
      </p:sp>
      <p:sp>
        <p:nvSpPr>
          <p:cNvPr id="13" name="Text Placeholder 2">
            <a:extLst>
              <a:ext uri="{FF2B5EF4-FFF2-40B4-BE49-F238E27FC236}">
                <a16:creationId xmlns:a16="http://schemas.microsoft.com/office/drawing/2014/main" id="{BDAA9548-D5B2-EC7E-0865-44149838B85B}"/>
              </a:ext>
            </a:extLst>
          </p:cNvPr>
          <p:cNvSpPr>
            <a:spLocks noGrp="1"/>
          </p:cNvSpPr>
          <p:nvPr>
            <p:ph type="body" sz="quarter" idx="20" hasCustomPrompt="1"/>
          </p:nvPr>
        </p:nvSpPr>
        <p:spPr>
          <a:xfrm>
            <a:off x="5696355" y="5130000"/>
            <a:ext cx="5366302" cy="536390"/>
          </a:xfrm>
          <a:prstGeom prst="rect">
            <a:avLst/>
          </a:prstGeom>
        </p:spPr>
        <p:txBody>
          <a:bodyPr/>
          <a:lstStyle>
            <a:lvl1pPr marL="0" indent="0" algn="l">
              <a:lnSpc>
                <a:spcPct val="100000"/>
              </a:lnSpc>
              <a:buNone/>
              <a:defRPr sz="2800" b="0">
                <a:solidFill>
                  <a:schemeClr val="accent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Title</a:t>
            </a:r>
          </a:p>
        </p:txBody>
      </p:sp>
      <p:sp>
        <p:nvSpPr>
          <p:cNvPr id="12" name="Picture Placeholder 4">
            <a:extLst>
              <a:ext uri="{FF2B5EF4-FFF2-40B4-BE49-F238E27FC236}">
                <a16:creationId xmlns:a16="http://schemas.microsoft.com/office/drawing/2014/main" id="{FFC3C17C-4836-54D8-2826-B95E3AABFF1D}"/>
              </a:ext>
            </a:extLst>
          </p:cNvPr>
          <p:cNvSpPr>
            <a:spLocks noGrp="1"/>
          </p:cNvSpPr>
          <p:nvPr>
            <p:ph type="pic" sz="quarter" idx="15"/>
          </p:nvPr>
        </p:nvSpPr>
        <p:spPr>
          <a:xfrm>
            <a:off x="2070752" y="3077188"/>
            <a:ext cx="3257370" cy="3256121"/>
          </a:xfrm>
          <a:prstGeom prst="rect">
            <a:avLst/>
          </a:prstGeom>
          <a:ln w="63500">
            <a:solidFill>
              <a:schemeClr val="bg1"/>
            </a:solidFill>
          </a:ln>
          <a:effectLst>
            <a:outerShdw blurRad="317500" algn="ctr" rotWithShape="0">
              <a:prstClr val="black">
                <a:alpha val="12000"/>
              </a:prstClr>
            </a:outerShdw>
          </a:effectLst>
        </p:spPr>
        <p:txBody>
          <a:bodyPr/>
          <a:lstStyle>
            <a:lvl1pPr marL="0" indent="0">
              <a:buNone/>
              <a:defRPr/>
            </a:lvl1pPr>
          </a:lstStyle>
          <a:p>
            <a:endParaRPr lang="en-US"/>
          </a:p>
        </p:txBody>
      </p:sp>
      <p:sp>
        <p:nvSpPr>
          <p:cNvPr id="14" name="Text Placeholder 2">
            <a:extLst>
              <a:ext uri="{FF2B5EF4-FFF2-40B4-BE49-F238E27FC236}">
                <a16:creationId xmlns:a16="http://schemas.microsoft.com/office/drawing/2014/main" id="{E1A72E33-59E3-B8C0-291D-0BF16B8D8ACA}"/>
              </a:ext>
            </a:extLst>
          </p:cNvPr>
          <p:cNvSpPr>
            <a:spLocks noGrp="1"/>
          </p:cNvSpPr>
          <p:nvPr>
            <p:ph type="body" sz="quarter" idx="21" hasCustomPrompt="1"/>
          </p:nvPr>
        </p:nvSpPr>
        <p:spPr>
          <a:xfrm>
            <a:off x="11729165" y="2722713"/>
            <a:ext cx="5366302" cy="427636"/>
          </a:xfrm>
          <a:prstGeom prst="rect">
            <a:avLst/>
          </a:prstGeom>
        </p:spPr>
        <p:txBody>
          <a:bodyPr/>
          <a:lstStyle>
            <a:lvl1pPr marL="0" indent="0" algn="l">
              <a:lnSpc>
                <a:spcPct val="90000"/>
              </a:lnSpc>
              <a:buNone/>
              <a:defRPr sz="3000" b="1">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Insert Title</a:t>
            </a:r>
          </a:p>
        </p:txBody>
      </p:sp>
      <p:sp>
        <p:nvSpPr>
          <p:cNvPr id="15" name="Text Placeholder 2">
            <a:extLst>
              <a:ext uri="{FF2B5EF4-FFF2-40B4-BE49-F238E27FC236}">
                <a16:creationId xmlns:a16="http://schemas.microsoft.com/office/drawing/2014/main" id="{64659317-169C-8689-A0CA-20666CF8A651}"/>
              </a:ext>
            </a:extLst>
          </p:cNvPr>
          <p:cNvSpPr>
            <a:spLocks noGrp="1"/>
          </p:cNvSpPr>
          <p:nvPr>
            <p:ph type="body" sz="quarter" idx="16" hasCustomPrompt="1"/>
          </p:nvPr>
        </p:nvSpPr>
        <p:spPr>
          <a:xfrm>
            <a:off x="11729165" y="3277327"/>
            <a:ext cx="5366302" cy="2855844"/>
          </a:xfrm>
          <a:prstGeom prst="rect">
            <a:avLst/>
          </a:prstGeom>
        </p:spPr>
        <p:txBody>
          <a:bodyPr/>
          <a:lstStyle>
            <a:lvl1pPr marL="0" indent="0" algn="l">
              <a:lnSpc>
                <a:spcPct val="110000"/>
              </a:lnSpc>
              <a:spcBef>
                <a:spcPts val="0"/>
              </a:spcBef>
              <a:spcAft>
                <a:spcPts val="600"/>
              </a:spcAft>
              <a:buNone/>
              <a:defRPr sz="1800" b="0">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Insert Info Here</a:t>
            </a:r>
          </a:p>
        </p:txBody>
      </p:sp>
      <p:sp>
        <p:nvSpPr>
          <p:cNvPr id="17" name="Freeform 16" descr="World wide web icon">
            <a:extLst>
              <a:ext uri="{FF2B5EF4-FFF2-40B4-BE49-F238E27FC236}">
                <a16:creationId xmlns:a16="http://schemas.microsoft.com/office/drawing/2014/main" id="{EEED13BE-4966-4646-607D-1F15919447F8}"/>
              </a:ext>
            </a:extLst>
          </p:cNvPr>
          <p:cNvSpPr/>
          <p:nvPr userDrawn="1"/>
        </p:nvSpPr>
        <p:spPr>
          <a:xfrm>
            <a:off x="11729165" y="6425952"/>
            <a:ext cx="318541" cy="317588"/>
          </a:xfrm>
          <a:custGeom>
            <a:avLst/>
            <a:gdLst>
              <a:gd name="connsiteX0" fmla="*/ 609692 w 632413"/>
              <a:gd name="connsiteY0" fmla="*/ 195026 h 630520"/>
              <a:gd name="connsiteX1" fmla="*/ 609692 w 632413"/>
              <a:gd name="connsiteY1" fmla="*/ 195026 h 630520"/>
              <a:gd name="connsiteX2" fmla="*/ 378691 w 632413"/>
              <a:gd name="connsiteY2" fmla="*/ 4734 h 630520"/>
              <a:gd name="connsiteX3" fmla="*/ 376797 w 632413"/>
              <a:gd name="connsiteY3" fmla="*/ 4734 h 630520"/>
              <a:gd name="connsiteX4" fmla="*/ 315260 w 632413"/>
              <a:gd name="connsiteY4" fmla="*/ 0 h 630520"/>
              <a:gd name="connsiteX5" fmla="*/ 248989 w 632413"/>
              <a:gd name="connsiteY5" fmla="*/ 6627 h 630520"/>
              <a:gd name="connsiteX6" fmla="*/ 238575 w 632413"/>
              <a:gd name="connsiteY6" fmla="*/ 9467 h 630520"/>
              <a:gd name="connsiteX7" fmla="*/ 239522 w 632413"/>
              <a:gd name="connsiteY7" fmla="*/ 8521 h 630520"/>
              <a:gd name="connsiteX8" fmla="*/ 238575 w 632413"/>
              <a:gd name="connsiteY8" fmla="*/ 9467 h 630520"/>
              <a:gd name="connsiteX9" fmla="*/ 21775 w 632413"/>
              <a:gd name="connsiteY9" fmla="*/ 198813 h 630520"/>
              <a:gd name="connsiteX10" fmla="*/ 0 w 632413"/>
              <a:gd name="connsiteY10" fmla="*/ 315260 h 630520"/>
              <a:gd name="connsiteX11" fmla="*/ 21775 w 632413"/>
              <a:gd name="connsiteY11" fmla="*/ 428867 h 630520"/>
              <a:gd name="connsiteX12" fmla="*/ 251829 w 632413"/>
              <a:gd name="connsiteY12" fmla="*/ 622947 h 630520"/>
              <a:gd name="connsiteX13" fmla="*/ 316207 w 632413"/>
              <a:gd name="connsiteY13" fmla="*/ 630520 h 630520"/>
              <a:gd name="connsiteX14" fmla="*/ 378691 w 632413"/>
              <a:gd name="connsiteY14" fmla="*/ 622947 h 630520"/>
              <a:gd name="connsiteX15" fmla="*/ 610639 w 632413"/>
              <a:gd name="connsiteY15" fmla="*/ 428867 h 630520"/>
              <a:gd name="connsiteX16" fmla="*/ 632414 w 632413"/>
              <a:gd name="connsiteY16" fmla="*/ 312420 h 630520"/>
              <a:gd name="connsiteX17" fmla="*/ 609692 w 632413"/>
              <a:gd name="connsiteY17" fmla="*/ 195026 h 630520"/>
              <a:gd name="connsiteX18" fmla="*/ 556676 w 632413"/>
              <a:gd name="connsiteY18" fmla="*/ 185559 h 630520"/>
              <a:gd name="connsiteX19" fmla="*/ 444962 w 632413"/>
              <a:gd name="connsiteY19" fmla="*/ 185559 h 630520"/>
              <a:gd name="connsiteX20" fmla="*/ 414667 w 632413"/>
              <a:gd name="connsiteY20" fmla="*/ 59644 h 630520"/>
              <a:gd name="connsiteX21" fmla="*/ 556676 w 632413"/>
              <a:gd name="connsiteY21" fmla="*/ 185559 h 630520"/>
              <a:gd name="connsiteX22" fmla="*/ 587918 w 632413"/>
              <a:gd name="connsiteY22" fmla="*/ 313367 h 630520"/>
              <a:gd name="connsiteX23" fmla="*/ 575610 w 632413"/>
              <a:gd name="connsiteY23" fmla="*/ 395732 h 630520"/>
              <a:gd name="connsiteX24" fmla="*/ 450642 w 632413"/>
              <a:gd name="connsiteY24" fmla="*/ 395732 h 630520"/>
              <a:gd name="connsiteX25" fmla="*/ 454429 w 632413"/>
              <a:gd name="connsiteY25" fmla="*/ 311473 h 630520"/>
              <a:gd name="connsiteX26" fmla="*/ 450642 w 632413"/>
              <a:gd name="connsiteY26" fmla="*/ 229108 h 630520"/>
              <a:gd name="connsiteX27" fmla="*/ 575610 w 632413"/>
              <a:gd name="connsiteY27" fmla="*/ 229108 h 630520"/>
              <a:gd name="connsiteX28" fmla="*/ 587918 w 632413"/>
              <a:gd name="connsiteY28" fmla="*/ 313367 h 630520"/>
              <a:gd name="connsiteX29" fmla="*/ 222481 w 632413"/>
              <a:gd name="connsiteY29" fmla="*/ 395732 h 630520"/>
              <a:gd name="connsiteX30" fmla="*/ 217747 w 632413"/>
              <a:gd name="connsiteY30" fmla="*/ 311473 h 630520"/>
              <a:gd name="connsiteX31" fmla="*/ 221534 w 632413"/>
              <a:gd name="connsiteY31" fmla="*/ 229108 h 630520"/>
              <a:gd name="connsiteX32" fmla="*/ 406146 w 632413"/>
              <a:gd name="connsiteY32" fmla="*/ 229108 h 630520"/>
              <a:gd name="connsiteX33" fmla="*/ 409933 w 632413"/>
              <a:gd name="connsiteY33" fmla="*/ 311473 h 630520"/>
              <a:gd name="connsiteX34" fmla="*/ 405199 w 632413"/>
              <a:gd name="connsiteY34" fmla="*/ 395732 h 630520"/>
              <a:gd name="connsiteX35" fmla="*/ 222481 w 632413"/>
              <a:gd name="connsiteY35" fmla="*/ 395732 h 630520"/>
              <a:gd name="connsiteX36" fmla="*/ 55857 w 632413"/>
              <a:gd name="connsiteY36" fmla="*/ 395732 h 630520"/>
              <a:gd name="connsiteX37" fmla="*/ 43549 w 632413"/>
              <a:gd name="connsiteY37" fmla="*/ 316207 h 630520"/>
              <a:gd name="connsiteX38" fmla="*/ 56804 w 632413"/>
              <a:gd name="connsiteY38" fmla="*/ 230055 h 630520"/>
              <a:gd name="connsiteX39" fmla="*/ 177985 w 632413"/>
              <a:gd name="connsiteY39" fmla="*/ 230055 h 630520"/>
              <a:gd name="connsiteX40" fmla="*/ 174198 w 632413"/>
              <a:gd name="connsiteY40" fmla="*/ 312420 h 630520"/>
              <a:gd name="connsiteX41" fmla="*/ 177985 w 632413"/>
              <a:gd name="connsiteY41" fmla="*/ 396679 h 630520"/>
              <a:gd name="connsiteX42" fmla="*/ 55857 w 632413"/>
              <a:gd name="connsiteY42" fmla="*/ 396679 h 630520"/>
              <a:gd name="connsiteX43" fmla="*/ 361650 w 632413"/>
              <a:gd name="connsiteY43" fmla="*/ 47336 h 630520"/>
              <a:gd name="connsiteX44" fmla="*/ 401412 w 632413"/>
              <a:gd name="connsiteY44" fmla="*/ 186505 h 630520"/>
              <a:gd name="connsiteX45" fmla="*/ 228161 w 632413"/>
              <a:gd name="connsiteY45" fmla="*/ 186505 h 630520"/>
              <a:gd name="connsiteX46" fmla="*/ 266977 w 632413"/>
              <a:gd name="connsiteY46" fmla="*/ 49230 h 630520"/>
              <a:gd name="connsiteX47" fmla="*/ 315260 w 632413"/>
              <a:gd name="connsiteY47" fmla="*/ 44496 h 630520"/>
              <a:gd name="connsiteX48" fmla="*/ 361650 w 632413"/>
              <a:gd name="connsiteY48" fmla="*/ 47336 h 630520"/>
              <a:gd name="connsiteX49" fmla="*/ 213014 w 632413"/>
              <a:gd name="connsiteY49" fmla="*/ 63431 h 630520"/>
              <a:gd name="connsiteX50" fmla="*/ 183665 w 632413"/>
              <a:gd name="connsiteY50" fmla="*/ 185559 h 630520"/>
              <a:gd name="connsiteX51" fmla="*/ 75738 w 632413"/>
              <a:gd name="connsiteY51" fmla="*/ 185559 h 630520"/>
              <a:gd name="connsiteX52" fmla="*/ 213014 w 632413"/>
              <a:gd name="connsiteY52" fmla="*/ 63431 h 630520"/>
              <a:gd name="connsiteX53" fmla="*/ 73845 w 632413"/>
              <a:gd name="connsiteY53" fmla="*/ 439282 h 630520"/>
              <a:gd name="connsiteX54" fmla="*/ 183665 w 632413"/>
              <a:gd name="connsiteY54" fmla="*/ 439282 h 630520"/>
              <a:gd name="connsiteX55" fmla="*/ 214907 w 632413"/>
              <a:gd name="connsiteY55" fmla="*/ 568036 h 630520"/>
              <a:gd name="connsiteX56" fmla="*/ 73845 w 632413"/>
              <a:gd name="connsiteY56" fmla="*/ 439282 h 630520"/>
              <a:gd name="connsiteX57" fmla="*/ 271711 w 632413"/>
              <a:gd name="connsiteY57" fmla="*/ 584131 h 630520"/>
              <a:gd name="connsiteX58" fmla="*/ 228161 w 632413"/>
              <a:gd name="connsiteY58" fmla="*/ 439282 h 630520"/>
              <a:gd name="connsiteX59" fmla="*/ 401412 w 632413"/>
              <a:gd name="connsiteY59" fmla="*/ 439282 h 630520"/>
              <a:gd name="connsiteX60" fmla="*/ 357863 w 632413"/>
              <a:gd name="connsiteY60" fmla="*/ 584131 h 630520"/>
              <a:gd name="connsiteX61" fmla="*/ 315260 w 632413"/>
              <a:gd name="connsiteY61" fmla="*/ 587918 h 630520"/>
              <a:gd name="connsiteX62" fmla="*/ 271711 w 632413"/>
              <a:gd name="connsiteY62" fmla="*/ 584131 h 630520"/>
              <a:gd name="connsiteX63" fmla="*/ 412773 w 632413"/>
              <a:gd name="connsiteY63" fmla="*/ 568983 h 630520"/>
              <a:gd name="connsiteX64" fmla="*/ 444962 w 632413"/>
              <a:gd name="connsiteY64" fmla="*/ 439282 h 630520"/>
              <a:gd name="connsiteX65" fmla="*/ 557622 w 632413"/>
              <a:gd name="connsiteY65" fmla="*/ 439282 h 630520"/>
              <a:gd name="connsiteX66" fmla="*/ 412773 w 632413"/>
              <a:gd name="connsiteY66" fmla="*/ 568983 h 63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32413" h="630520">
                <a:moveTo>
                  <a:pt x="609692" y="195026"/>
                </a:moveTo>
                <a:lnTo>
                  <a:pt x="609692" y="195026"/>
                </a:lnTo>
                <a:cubicBezTo>
                  <a:pt x="568036" y="94673"/>
                  <a:pt x="481884" y="23668"/>
                  <a:pt x="378691" y="4734"/>
                </a:cubicBezTo>
                <a:lnTo>
                  <a:pt x="376797" y="4734"/>
                </a:lnTo>
                <a:cubicBezTo>
                  <a:pt x="356916" y="2840"/>
                  <a:pt x="336088" y="0"/>
                  <a:pt x="315260" y="0"/>
                </a:cubicBezTo>
                <a:cubicBezTo>
                  <a:pt x="293485" y="0"/>
                  <a:pt x="269817" y="2840"/>
                  <a:pt x="248989" y="6627"/>
                </a:cubicBezTo>
                <a:cubicBezTo>
                  <a:pt x="245202" y="7574"/>
                  <a:pt x="241415" y="8521"/>
                  <a:pt x="238575" y="9467"/>
                </a:cubicBezTo>
                <a:cubicBezTo>
                  <a:pt x="238575" y="9467"/>
                  <a:pt x="239522" y="8521"/>
                  <a:pt x="239522" y="8521"/>
                </a:cubicBezTo>
                <a:cubicBezTo>
                  <a:pt x="239522" y="8521"/>
                  <a:pt x="238575" y="9467"/>
                  <a:pt x="238575" y="9467"/>
                </a:cubicBezTo>
                <a:cubicBezTo>
                  <a:pt x="139169" y="33135"/>
                  <a:pt x="58697" y="103193"/>
                  <a:pt x="21775" y="198813"/>
                </a:cubicBezTo>
                <a:cubicBezTo>
                  <a:pt x="7574" y="233842"/>
                  <a:pt x="0" y="274551"/>
                  <a:pt x="0" y="315260"/>
                </a:cubicBezTo>
                <a:cubicBezTo>
                  <a:pt x="0" y="355023"/>
                  <a:pt x="7574" y="393839"/>
                  <a:pt x="21775" y="428867"/>
                </a:cubicBezTo>
                <a:cubicBezTo>
                  <a:pt x="60591" y="528274"/>
                  <a:pt x="148636" y="603065"/>
                  <a:pt x="251829" y="622947"/>
                </a:cubicBezTo>
                <a:cubicBezTo>
                  <a:pt x="273604" y="627680"/>
                  <a:pt x="294432" y="630520"/>
                  <a:pt x="316207" y="630520"/>
                </a:cubicBezTo>
                <a:cubicBezTo>
                  <a:pt x="337982" y="630520"/>
                  <a:pt x="359756" y="627680"/>
                  <a:pt x="378691" y="622947"/>
                </a:cubicBezTo>
                <a:cubicBezTo>
                  <a:pt x="485671" y="601172"/>
                  <a:pt x="572770" y="528274"/>
                  <a:pt x="610639" y="428867"/>
                </a:cubicBezTo>
                <a:cubicBezTo>
                  <a:pt x="624840" y="393839"/>
                  <a:pt x="632414" y="353129"/>
                  <a:pt x="632414" y="312420"/>
                </a:cubicBezTo>
                <a:cubicBezTo>
                  <a:pt x="631467" y="270764"/>
                  <a:pt x="623893" y="231001"/>
                  <a:pt x="609692" y="195026"/>
                </a:cubicBezTo>
                <a:close/>
                <a:moveTo>
                  <a:pt x="556676" y="185559"/>
                </a:moveTo>
                <a:lnTo>
                  <a:pt x="444962" y="185559"/>
                </a:lnTo>
                <a:cubicBezTo>
                  <a:pt x="438335" y="137275"/>
                  <a:pt x="427921" y="94673"/>
                  <a:pt x="414667" y="59644"/>
                </a:cubicBezTo>
                <a:cubicBezTo>
                  <a:pt x="475257" y="82365"/>
                  <a:pt x="525434" y="126861"/>
                  <a:pt x="556676" y="185559"/>
                </a:cubicBezTo>
                <a:close/>
                <a:moveTo>
                  <a:pt x="587918" y="313367"/>
                </a:moveTo>
                <a:cubicBezTo>
                  <a:pt x="587918" y="341769"/>
                  <a:pt x="584131" y="370170"/>
                  <a:pt x="575610" y="395732"/>
                </a:cubicBezTo>
                <a:lnTo>
                  <a:pt x="450642" y="395732"/>
                </a:lnTo>
                <a:cubicBezTo>
                  <a:pt x="453482" y="369224"/>
                  <a:pt x="454429" y="340822"/>
                  <a:pt x="454429" y="311473"/>
                </a:cubicBezTo>
                <a:cubicBezTo>
                  <a:pt x="454429" y="283071"/>
                  <a:pt x="453482" y="255616"/>
                  <a:pt x="450642" y="229108"/>
                </a:cubicBezTo>
                <a:lnTo>
                  <a:pt x="575610" y="229108"/>
                </a:lnTo>
                <a:cubicBezTo>
                  <a:pt x="583184" y="255616"/>
                  <a:pt x="587918" y="283071"/>
                  <a:pt x="587918" y="313367"/>
                </a:cubicBezTo>
                <a:close/>
                <a:moveTo>
                  <a:pt x="222481" y="395732"/>
                </a:moveTo>
                <a:cubicBezTo>
                  <a:pt x="219641" y="369224"/>
                  <a:pt x="217747" y="340822"/>
                  <a:pt x="217747" y="311473"/>
                </a:cubicBezTo>
                <a:cubicBezTo>
                  <a:pt x="217747" y="282125"/>
                  <a:pt x="218694" y="255616"/>
                  <a:pt x="221534" y="229108"/>
                </a:cubicBezTo>
                <a:lnTo>
                  <a:pt x="406146" y="229108"/>
                </a:lnTo>
                <a:cubicBezTo>
                  <a:pt x="408986" y="255616"/>
                  <a:pt x="409933" y="283071"/>
                  <a:pt x="409933" y="311473"/>
                </a:cubicBezTo>
                <a:cubicBezTo>
                  <a:pt x="409933" y="340822"/>
                  <a:pt x="408039" y="369224"/>
                  <a:pt x="405199" y="395732"/>
                </a:cubicBezTo>
                <a:lnTo>
                  <a:pt x="222481" y="395732"/>
                </a:lnTo>
                <a:close/>
                <a:moveTo>
                  <a:pt x="55857" y="395732"/>
                </a:moveTo>
                <a:cubicBezTo>
                  <a:pt x="48283" y="370170"/>
                  <a:pt x="43549" y="343662"/>
                  <a:pt x="43549" y="316207"/>
                </a:cubicBezTo>
                <a:cubicBezTo>
                  <a:pt x="43549" y="285912"/>
                  <a:pt x="48283" y="256563"/>
                  <a:pt x="56804" y="230055"/>
                </a:cubicBezTo>
                <a:lnTo>
                  <a:pt x="177985" y="230055"/>
                </a:lnTo>
                <a:cubicBezTo>
                  <a:pt x="175145" y="256563"/>
                  <a:pt x="174198" y="283071"/>
                  <a:pt x="174198" y="312420"/>
                </a:cubicBezTo>
                <a:cubicBezTo>
                  <a:pt x="174198" y="341769"/>
                  <a:pt x="175145" y="370170"/>
                  <a:pt x="177985" y="396679"/>
                </a:cubicBezTo>
                <a:lnTo>
                  <a:pt x="55857" y="396679"/>
                </a:lnTo>
                <a:close/>
                <a:moveTo>
                  <a:pt x="361650" y="47336"/>
                </a:moveTo>
                <a:cubicBezTo>
                  <a:pt x="378691" y="79525"/>
                  <a:pt x="392892" y="128755"/>
                  <a:pt x="401412" y="186505"/>
                </a:cubicBezTo>
                <a:lnTo>
                  <a:pt x="228161" y="186505"/>
                </a:lnTo>
                <a:cubicBezTo>
                  <a:pt x="236682" y="130648"/>
                  <a:pt x="249936" y="83312"/>
                  <a:pt x="266977" y="49230"/>
                </a:cubicBezTo>
                <a:cubicBezTo>
                  <a:pt x="282125" y="46390"/>
                  <a:pt x="299166" y="44496"/>
                  <a:pt x="315260" y="44496"/>
                </a:cubicBezTo>
                <a:cubicBezTo>
                  <a:pt x="330408" y="43549"/>
                  <a:pt x="345555" y="45443"/>
                  <a:pt x="361650" y="47336"/>
                </a:cubicBezTo>
                <a:close/>
                <a:moveTo>
                  <a:pt x="213014" y="63431"/>
                </a:moveTo>
                <a:cubicBezTo>
                  <a:pt x="200706" y="97513"/>
                  <a:pt x="190292" y="139169"/>
                  <a:pt x="183665" y="185559"/>
                </a:cubicBezTo>
                <a:lnTo>
                  <a:pt x="75738" y="185559"/>
                </a:lnTo>
                <a:cubicBezTo>
                  <a:pt x="106033" y="129702"/>
                  <a:pt x="154317" y="87099"/>
                  <a:pt x="213014" y="63431"/>
                </a:cubicBezTo>
                <a:close/>
                <a:moveTo>
                  <a:pt x="73845" y="439282"/>
                </a:moveTo>
                <a:lnTo>
                  <a:pt x="183665" y="439282"/>
                </a:lnTo>
                <a:cubicBezTo>
                  <a:pt x="190292" y="490405"/>
                  <a:pt x="200706" y="533007"/>
                  <a:pt x="214907" y="568036"/>
                </a:cubicBezTo>
                <a:cubicBezTo>
                  <a:pt x="155263" y="544368"/>
                  <a:pt x="104140" y="497979"/>
                  <a:pt x="73845" y="439282"/>
                </a:cubicBezTo>
                <a:close/>
                <a:moveTo>
                  <a:pt x="271711" y="584131"/>
                </a:moveTo>
                <a:cubicBezTo>
                  <a:pt x="251829" y="550049"/>
                  <a:pt x="236682" y="500819"/>
                  <a:pt x="228161" y="439282"/>
                </a:cubicBezTo>
                <a:lnTo>
                  <a:pt x="401412" y="439282"/>
                </a:lnTo>
                <a:cubicBezTo>
                  <a:pt x="392892" y="497979"/>
                  <a:pt x="377744" y="549102"/>
                  <a:pt x="357863" y="584131"/>
                </a:cubicBezTo>
                <a:cubicBezTo>
                  <a:pt x="344609" y="586971"/>
                  <a:pt x="330408" y="587918"/>
                  <a:pt x="315260" y="587918"/>
                </a:cubicBezTo>
                <a:cubicBezTo>
                  <a:pt x="301059" y="587918"/>
                  <a:pt x="285912" y="586024"/>
                  <a:pt x="271711" y="584131"/>
                </a:cubicBezTo>
                <a:close/>
                <a:moveTo>
                  <a:pt x="412773" y="568983"/>
                </a:moveTo>
                <a:cubicBezTo>
                  <a:pt x="426974" y="533007"/>
                  <a:pt x="438335" y="488511"/>
                  <a:pt x="444962" y="439282"/>
                </a:cubicBezTo>
                <a:lnTo>
                  <a:pt x="557622" y="439282"/>
                </a:lnTo>
                <a:cubicBezTo>
                  <a:pt x="527327" y="498925"/>
                  <a:pt x="476204" y="545315"/>
                  <a:pt x="412773" y="568983"/>
                </a:cubicBezTo>
                <a:close/>
              </a:path>
            </a:pathLst>
          </a:custGeom>
          <a:solidFill>
            <a:srgbClr val="000000"/>
          </a:solidFill>
          <a:ln w="9438" cap="flat">
            <a:noFill/>
            <a:prstDash val="solid"/>
            <a:miter/>
          </a:ln>
        </p:spPr>
        <p:txBody>
          <a:bodyPr rtlCol="0" anchor="ctr"/>
          <a:lstStyle/>
          <a:p>
            <a:endParaRPr lang="en-US"/>
          </a:p>
        </p:txBody>
      </p:sp>
      <p:sp>
        <p:nvSpPr>
          <p:cNvPr id="16" name="Text Placeholder 2">
            <a:extLst>
              <a:ext uri="{FF2B5EF4-FFF2-40B4-BE49-F238E27FC236}">
                <a16:creationId xmlns:a16="http://schemas.microsoft.com/office/drawing/2014/main" id="{9B614B7C-3F2A-0D94-E584-CEC322E6736F}"/>
              </a:ext>
            </a:extLst>
          </p:cNvPr>
          <p:cNvSpPr>
            <a:spLocks noGrp="1"/>
          </p:cNvSpPr>
          <p:nvPr>
            <p:ph type="body" sz="quarter" idx="17" hasCustomPrompt="1"/>
          </p:nvPr>
        </p:nvSpPr>
        <p:spPr>
          <a:xfrm>
            <a:off x="12157494" y="6423101"/>
            <a:ext cx="4937973" cy="320439"/>
          </a:xfrm>
          <a:prstGeom prst="rect">
            <a:avLst/>
          </a:prstGeom>
        </p:spPr>
        <p:txBody>
          <a:bodyPr/>
          <a:lstStyle>
            <a:lvl1pPr marL="0" indent="0" algn="l">
              <a:lnSpc>
                <a:spcPct val="90000"/>
              </a:lnSpc>
              <a:buNone/>
              <a:defRPr sz="1800" b="1">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email</a:t>
            </a:r>
          </a:p>
        </p:txBody>
      </p:sp>
      <p:pic>
        <p:nvPicPr>
          <p:cNvPr id="7" name="Picture 23" descr="McMaster Brighter World Logo">
            <a:extLst>
              <a:ext uri="{FF2B5EF4-FFF2-40B4-BE49-F238E27FC236}">
                <a16:creationId xmlns:a16="http://schemas.microsoft.com/office/drawing/2014/main" id="{B886DC2B-3B2A-B4AF-7BE5-DAE93C15AC8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682503" y="8319738"/>
            <a:ext cx="4951820" cy="1568342"/>
          </a:xfrm>
          <a:prstGeom prst="rect">
            <a:avLst/>
          </a:prstGeom>
        </p:spPr>
      </p:pic>
    </p:spTree>
    <p:extLst>
      <p:ext uri="{BB962C8B-B14F-4D97-AF65-F5344CB8AC3E}">
        <p14:creationId xmlns:p14="http://schemas.microsoft.com/office/powerpoint/2010/main" val="33517863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yout 13 - Acres">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EE1B7CD-0550-9778-6253-DE4A8D2ED0AB}"/>
              </a:ext>
              <a:ext uri="{C183D7F6-B498-43B3-948B-1728B52AA6E4}">
                <adec:decorative xmlns:adec="http://schemas.microsoft.com/office/drawing/2017/decorative" val="1"/>
              </a:ext>
            </a:extLst>
          </p:cNvPr>
          <p:cNvPicPr>
            <a:picLocks noChangeAspect="1"/>
          </p:cNvPicPr>
          <p:nvPr userDrawn="1"/>
        </p:nvPicPr>
        <p:blipFill rotWithShape="1">
          <a:blip r:embed="rId2"/>
          <a:srcRect l="851" t="15144" r="8891" b="1540"/>
          <a:stretch/>
        </p:blipFill>
        <p:spPr>
          <a:xfrm>
            <a:off x="-1" y="0"/>
            <a:ext cx="20318414" cy="9531350"/>
          </a:xfrm>
          <a:prstGeom prst="rect">
            <a:avLst/>
          </a:prstGeom>
        </p:spPr>
      </p:pic>
      <p:sp>
        <p:nvSpPr>
          <p:cNvPr id="14" name="Picture Placeholder 13">
            <a:extLst>
              <a:ext uri="{FF2B5EF4-FFF2-40B4-BE49-F238E27FC236}">
                <a16:creationId xmlns:a16="http://schemas.microsoft.com/office/drawing/2014/main" id="{FA7BB90D-A41D-6932-4520-14D86810EEFE}"/>
              </a:ext>
            </a:extLst>
          </p:cNvPr>
          <p:cNvSpPr>
            <a:spLocks noGrp="1"/>
          </p:cNvSpPr>
          <p:nvPr>
            <p:ph type="pic" sz="quarter" idx="10" hasCustomPrompt="1"/>
          </p:nvPr>
        </p:nvSpPr>
        <p:spPr>
          <a:xfrm>
            <a:off x="-1" y="2748271"/>
            <a:ext cx="6117336" cy="5376672"/>
          </a:xfrm>
          <a:prstGeom prst="rect">
            <a:avLst/>
          </a:prstGeom>
          <a:blipFill>
            <a:blip r:embed="rId3"/>
            <a:stretch>
              <a:fillRect/>
            </a:stretch>
          </a:blipFill>
        </p:spPr>
        <p:txBody>
          <a:bodyPr/>
          <a:lstStyle>
            <a:lvl1pPr marL="0" indent="0">
              <a:buNone/>
              <a:defRPr>
                <a:solidFill>
                  <a:schemeClr val="bg1"/>
                </a:solidFill>
              </a:defRPr>
            </a:lvl1pPr>
          </a:lstStyle>
          <a:p>
            <a:r>
              <a:rPr lang="en-US"/>
              <a:t>Rectangle highlight</a:t>
            </a:r>
            <a:endParaRPr lang="en-CA"/>
          </a:p>
        </p:txBody>
      </p:sp>
      <p:sp>
        <p:nvSpPr>
          <p:cNvPr id="19" name="Text Placeholder 18">
            <a:extLst>
              <a:ext uri="{FF2B5EF4-FFF2-40B4-BE49-F238E27FC236}">
                <a16:creationId xmlns:a16="http://schemas.microsoft.com/office/drawing/2014/main" id="{8A23405D-EFFB-E3F3-AC3A-44BA67510038}"/>
              </a:ext>
            </a:extLst>
          </p:cNvPr>
          <p:cNvSpPr>
            <a:spLocks noGrp="1"/>
          </p:cNvSpPr>
          <p:nvPr>
            <p:ph type="body" sz="quarter" idx="11" hasCustomPrompt="1"/>
          </p:nvPr>
        </p:nvSpPr>
        <p:spPr>
          <a:xfrm>
            <a:off x="438150" y="6037263"/>
            <a:ext cx="4810502" cy="1712912"/>
          </a:xfrm>
          <a:prstGeom prst="rect">
            <a:avLst/>
          </a:prstGeom>
        </p:spPr>
        <p:txBody>
          <a:bodyPr/>
          <a:lstStyle>
            <a:lvl1pPr marL="0" indent="0">
              <a:buNone/>
              <a:defRPr sz="3000"/>
            </a:lvl1pPr>
          </a:lstStyle>
          <a:p>
            <a:pPr lvl="0"/>
            <a:r>
              <a:rPr lang="en-US"/>
              <a:t>Subtitle here</a:t>
            </a:r>
            <a:endParaRPr lang="en-CA"/>
          </a:p>
        </p:txBody>
      </p:sp>
      <p:sp>
        <p:nvSpPr>
          <p:cNvPr id="21" name="Title 20">
            <a:extLst>
              <a:ext uri="{FF2B5EF4-FFF2-40B4-BE49-F238E27FC236}">
                <a16:creationId xmlns:a16="http://schemas.microsoft.com/office/drawing/2014/main" id="{26023E83-F8BF-D356-50B1-5B29104D6398}"/>
              </a:ext>
            </a:extLst>
          </p:cNvPr>
          <p:cNvSpPr>
            <a:spLocks noGrp="1"/>
          </p:cNvSpPr>
          <p:nvPr>
            <p:ph type="title"/>
          </p:nvPr>
        </p:nvSpPr>
        <p:spPr>
          <a:xfrm>
            <a:off x="438151" y="3091543"/>
            <a:ext cx="4810501" cy="2570952"/>
          </a:xfrm>
          <a:prstGeom prst="rect">
            <a:avLst/>
          </a:prstGeom>
        </p:spPr>
        <p:txBody>
          <a:bodyPr anchor="b"/>
          <a:lstStyle>
            <a:lvl1pPr>
              <a:defRPr sz="4800" b="1"/>
            </a:lvl1pPr>
          </a:lstStyle>
          <a:p>
            <a:r>
              <a:rPr lang="en-US"/>
              <a:t>Click to edit Master title style</a:t>
            </a:r>
            <a:endParaRPr lang="en-CA"/>
          </a:p>
        </p:txBody>
      </p:sp>
    </p:spTree>
    <p:extLst>
      <p:ext uri="{BB962C8B-B14F-4D97-AF65-F5344CB8AC3E}">
        <p14:creationId xmlns:p14="http://schemas.microsoft.com/office/powerpoint/2010/main" val="22603473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yout 14 - Proud to B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B4B14DC-23EE-FBE4-6AE9-EC06E3E5F700}"/>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hasCustomPrompt="1"/>
          </p:nvPr>
        </p:nvSpPr>
        <p:spPr>
          <a:xfrm>
            <a:off x="1212574" y="2584175"/>
            <a:ext cx="8583613" cy="5855044"/>
          </a:xfrm>
          <a:prstGeom prst="rect">
            <a:avLst/>
          </a:prstGeom>
        </p:spPr>
        <p:txBody>
          <a:bodyPr/>
          <a:lstStyle>
            <a:lvl1pPr marL="0" indent="0">
              <a:lnSpc>
                <a:spcPct val="110000"/>
              </a:lnSpc>
              <a:spcBef>
                <a:spcPts val="0"/>
              </a:spcBef>
              <a:spcAft>
                <a:spcPts val="300"/>
              </a:spcAft>
              <a:buNone/>
              <a:defRPr sz="28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r>
              <a:rPr lang="en-US" sz="3200"/>
              <a:t>Top 40 in the world for Global Impact</a:t>
            </a:r>
            <a:r>
              <a:rPr lang="en-US" sz="3200" baseline="30000"/>
              <a:t>*</a:t>
            </a:r>
            <a:endParaRPr lang="en-US" sz="3200"/>
          </a:p>
          <a:p>
            <a:r>
              <a:rPr lang="en-US" sz="3200"/>
              <a:t>Ranked among the top</a:t>
            </a:r>
            <a:r>
              <a:rPr lang="en-US" sz="3200" baseline="30000"/>
              <a:t>‡</a:t>
            </a:r>
            <a:r>
              <a:rPr lang="en-US" sz="3200"/>
              <a:t> 100 universities</a:t>
            </a:r>
          </a:p>
          <a:p>
            <a:r>
              <a:rPr lang="en-US" sz="3200"/>
              <a:t>1st in North America for SDG 3 Good Health and Well-Being</a:t>
            </a:r>
            <a:r>
              <a:rPr lang="en-US" sz="3200" baseline="30000"/>
              <a:t>*</a:t>
            </a:r>
            <a:endParaRPr lang="en-US" sz="3200"/>
          </a:p>
          <a:p>
            <a:r>
              <a:rPr lang="en-US" sz="3200"/>
              <a:t>Top 40 in the world for Clinical and Health</a:t>
            </a:r>
            <a:r>
              <a:rPr lang="en-US" sz="3200" baseline="30000"/>
              <a:t>*</a:t>
            </a:r>
            <a:endParaRPr lang="en-US" sz="3200"/>
          </a:p>
          <a:p>
            <a:r>
              <a:rPr lang="en-US" sz="3200"/>
              <a:t>One of Canada's most research-intensive universities</a:t>
            </a:r>
            <a:r>
              <a:rPr lang="en-US" sz="3200" baseline="30000"/>
              <a:t>†</a:t>
            </a:r>
            <a:endParaRPr lang="en-US" sz="3200"/>
          </a:p>
          <a:p>
            <a:r>
              <a:rPr lang="en-US" sz="3200"/>
              <a:t>1st in the world for industry impact</a:t>
            </a:r>
            <a:r>
              <a:rPr lang="en-US" sz="3200" baseline="30000"/>
              <a:t>*</a:t>
            </a:r>
            <a:endParaRPr lang="en-US" sz="3200"/>
          </a:p>
          <a:p>
            <a:r>
              <a:rPr lang="en-US" sz="3200"/>
              <a:t>1st in Canada and 75th in the world for Research Quality</a:t>
            </a:r>
            <a:r>
              <a:rPr lang="en-US" sz="3200" baseline="30000"/>
              <a:t>*</a:t>
            </a:r>
          </a:p>
        </p:txBody>
      </p:sp>
      <p:grpSp>
        <p:nvGrpSpPr>
          <p:cNvPr id="7" name="Group 6">
            <a:extLst>
              <a:ext uri="{FF2B5EF4-FFF2-40B4-BE49-F238E27FC236}">
                <a16:creationId xmlns:a16="http://schemas.microsoft.com/office/drawing/2014/main" id="{E2154B38-5333-5F65-5C42-90405DD17490}"/>
              </a:ext>
              <a:ext uri="{C183D7F6-B498-43B3-948B-1728B52AA6E4}">
                <adec:decorative xmlns:adec="http://schemas.microsoft.com/office/drawing/2017/decorative" val="1"/>
              </a:ext>
            </a:extLst>
          </p:cNvPr>
          <p:cNvGrpSpPr/>
          <p:nvPr userDrawn="1"/>
        </p:nvGrpSpPr>
        <p:grpSpPr>
          <a:xfrm>
            <a:off x="495731" y="2700077"/>
            <a:ext cx="302535" cy="380498"/>
            <a:chOff x="2798862" y="7372220"/>
            <a:chExt cx="800273" cy="1006504"/>
          </a:xfrm>
        </p:grpSpPr>
        <p:grpSp>
          <p:nvGrpSpPr>
            <p:cNvPr id="8" name="Group 7">
              <a:extLst>
                <a:ext uri="{FF2B5EF4-FFF2-40B4-BE49-F238E27FC236}">
                  <a16:creationId xmlns:a16="http://schemas.microsoft.com/office/drawing/2014/main" id="{E2AD7E24-1C23-EC62-E657-C4A09338A9E5}"/>
                </a:ext>
              </a:extLst>
            </p:cNvPr>
            <p:cNvGrpSpPr/>
            <p:nvPr/>
          </p:nvGrpSpPr>
          <p:grpSpPr>
            <a:xfrm>
              <a:off x="2935855" y="7385477"/>
              <a:ext cx="662406" cy="668507"/>
              <a:chOff x="2935855" y="7385477"/>
              <a:chExt cx="662406" cy="668507"/>
            </a:xfrm>
          </p:grpSpPr>
          <p:sp>
            <p:nvSpPr>
              <p:cNvPr id="10" name="Freeform 9">
                <a:extLst>
                  <a:ext uri="{FF2B5EF4-FFF2-40B4-BE49-F238E27FC236}">
                    <a16:creationId xmlns:a16="http://schemas.microsoft.com/office/drawing/2014/main" id="{23509ACE-1B6A-84E5-E179-D715B1E32F7E}"/>
                  </a:ext>
                </a:extLst>
              </p:cNvPr>
              <p:cNvSpPr/>
              <p:nvPr/>
            </p:nvSpPr>
            <p:spPr>
              <a:xfrm>
                <a:off x="2935855" y="7390715"/>
                <a:ext cx="259670" cy="260668"/>
              </a:xfrm>
              <a:custGeom>
                <a:avLst/>
                <a:gdLst>
                  <a:gd name="connsiteX0" fmla="*/ 97269 w 259670"/>
                  <a:gd name="connsiteY0" fmla="*/ 260668 h 260668"/>
                  <a:gd name="connsiteX1" fmla="*/ 10190 w 259670"/>
                  <a:gd name="connsiteY1" fmla="*/ 235031 h 260668"/>
                  <a:gd name="connsiteX2" fmla="*/ 3564 w 259670"/>
                  <a:gd name="connsiteY2" fmla="*/ 205595 h 260668"/>
                  <a:gd name="connsiteX3" fmla="*/ 32906 w 259670"/>
                  <a:gd name="connsiteY3" fmla="*/ 198948 h 260668"/>
                  <a:gd name="connsiteX4" fmla="*/ 181508 w 259670"/>
                  <a:gd name="connsiteY4" fmla="*/ 181857 h 260668"/>
                  <a:gd name="connsiteX5" fmla="*/ 198545 w 259670"/>
                  <a:gd name="connsiteY5" fmla="*/ 32780 h 260668"/>
                  <a:gd name="connsiteX6" fmla="*/ 205171 w 259670"/>
                  <a:gd name="connsiteY6" fmla="*/ 3345 h 260668"/>
                  <a:gd name="connsiteX7" fmla="*/ 234512 w 259670"/>
                  <a:gd name="connsiteY7" fmla="*/ 9991 h 260668"/>
                  <a:gd name="connsiteX8" fmla="*/ 211796 w 259670"/>
                  <a:gd name="connsiteY8" fmla="*/ 212242 h 260668"/>
                  <a:gd name="connsiteX9" fmla="*/ 97269 w 259670"/>
                  <a:gd name="connsiteY9" fmla="*/ 260668 h 26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9670" h="260668">
                    <a:moveTo>
                      <a:pt x="97269" y="260668"/>
                    </a:moveTo>
                    <a:cubicBezTo>
                      <a:pt x="66980" y="260668"/>
                      <a:pt x="37639" y="252122"/>
                      <a:pt x="10190" y="235031"/>
                    </a:cubicBezTo>
                    <a:cubicBezTo>
                      <a:pt x="-222" y="228384"/>
                      <a:pt x="-3061" y="215091"/>
                      <a:pt x="3564" y="205595"/>
                    </a:cubicBezTo>
                    <a:cubicBezTo>
                      <a:pt x="10190" y="195150"/>
                      <a:pt x="23441" y="192302"/>
                      <a:pt x="32906" y="198948"/>
                    </a:cubicBezTo>
                    <a:cubicBezTo>
                      <a:pt x="80231" y="229334"/>
                      <a:pt x="141755" y="221737"/>
                      <a:pt x="181508" y="181857"/>
                    </a:cubicBezTo>
                    <a:cubicBezTo>
                      <a:pt x="221261" y="141977"/>
                      <a:pt x="227887" y="80257"/>
                      <a:pt x="198545" y="32780"/>
                    </a:cubicBezTo>
                    <a:cubicBezTo>
                      <a:pt x="191920" y="22335"/>
                      <a:pt x="195706" y="9042"/>
                      <a:pt x="205171" y="3345"/>
                    </a:cubicBezTo>
                    <a:cubicBezTo>
                      <a:pt x="215582" y="-3302"/>
                      <a:pt x="228833" y="496"/>
                      <a:pt x="234512" y="9991"/>
                    </a:cubicBezTo>
                    <a:cubicBezTo>
                      <a:pt x="275212" y="74560"/>
                      <a:pt x="265747" y="158119"/>
                      <a:pt x="211796" y="212242"/>
                    </a:cubicBezTo>
                    <a:cubicBezTo>
                      <a:pt x="180561" y="243577"/>
                      <a:pt x="139862" y="260668"/>
                      <a:pt x="97269" y="260668"/>
                    </a:cubicBezTo>
                    <a:close/>
                  </a:path>
                </a:pathLst>
              </a:custGeom>
              <a:solidFill>
                <a:srgbClr val="7A003C"/>
              </a:solidFill>
              <a:ln w="943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2B80284B-C348-B1AF-7CEB-18AC4A756C78}"/>
                  </a:ext>
                </a:extLst>
              </p:cNvPr>
              <p:cNvSpPr/>
              <p:nvPr/>
            </p:nvSpPr>
            <p:spPr>
              <a:xfrm>
                <a:off x="2951960" y="7741588"/>
                <a:ext cx="331678" cy="312396"/>
              </a:xfrm>
              <a:custGeom>
                <a:avLst/>
                <a:gdLst>
                  <a:gd name="connsiteX0" fmla="*/ 296967 w 331678"/>
                  <a:gd name="connsiteY0" fmla="*/ 312396 h 312396"/>
                  <a:gd name="connsiteX1" fmla="*/ 291288 w 331678"/>
                  <a:gd name="connsiteY1" fmla="*/ 311447 h 312396"/>
                  <a:gd name="connsiteX2" fmla="*/ 277091 w 331678"/>
                  <a:gd name="connsiteY2" fmla="*/ 284860 h 312396"/>
                  <a:gd name="connsiteX3" fmla="*/ 285609 w 331678"/>
                  <a:gd name="connsiteY3" fmla="*/ 256374 h 312396"/>
                  <a:gd name="connsiteX4" fmla="*/ 278984 w 331678"/>
                  <a:gd name="connsiteY4" fmla="*/ 206998 h 312396"/>
                  <a:gd name="connsiteX5" fmla="*/ 237337 w 331678"/>
                  <a:gd name="connsiteY5" fmla="*/ 179462 h 312396"/>
                  <a:gd name="connsiteX6" fmla="*/ 170135 w 331678"/>
                  <a:gd name="connsiteY6" fmla="*/ 86407 h 312396"/>
                  <a:gd name="connsiteX7" fmla="*/ 159723 w 331678"/>
                  <a:gd name="connsiteY7" fmla="*/ 54123 h 312396"/>
                  <a:gd name="connsiteX8" fmla="*/ 106719 w 331678"/>
                  <a:gd name="connsiteY8" fmla="*/ 54123 h 312396"/>
                  <a:gd name="connsiteX9" fmla="*/ 36677 w 331678"/>
                  <a:gd name="connsiteY9" fmla="*/ 124389 h 312396"/>
                  <a:gd name="connsiteX10" fmla="*/ 6389 w 331678"/>
                  <a:gd name="connsiteY10" fmla="*/ 124389 h 312396"/>
                  <a:gd name="connsiteX11" fmla="*/ 6389 w 331678"/>
                  <a:gd name="connsiteY11" fmla="*/ 94004 h 312396"/>
                  <a:gd name="connsiteX12" fmla="*/ 76431 w 331678"/>
                  <a:gd name="connsiteY12" fmla="*/ 23738 h 312396"/>
                  <a:gd name="connsiteX13" fmla="*/ 133221 w 331678"/>
                  <a:gd name="connsiteY13" fmla="*/ 0 h 312396"/>
                  <a:gd name="connsiteX14" fmla="*/ 190012 w 331678"/>
                  <a:gd name="connsiteY14" fmla="*/ 23738 h 312396"/>
                  <a:gd name="connsiteX15" fmla="*/ 212728 w 331678"/>
                  <a:gd name="connsiteY15" fmla="*/ 92105 h 312396"/>
                  <a:gd name="connsiteX16" fmla="*/ 244909 w 331678"/>
                  <a:gd name="connsiteY16" fmla="*/ 135783 h 312396"/>
                  <a:gd name="connsiteX17" fmla="*/ 315898 w 331678"/>
                  <a:gd name="connsiteY17" fmla="*/ 183260 h 312396"/>
                  <a:gd name="connsiteX18" fmla="*/ 327256 w 331678"/>
                  <a:gd name="connsiteY18" fmla="*/ 268718 h 312396"/>
                  <a:gd name="connsiteX19" fmla="*/ 318737 w 331678"/>
                  <a:gd name="connsiteY19" fmla="*/ 297204 h 312396"/>
                  <a:gd name="connsiteX20" fmla="*/ 296967 w 331678"/>
                  <a:gd name="connsiteY20" fmla="*/ 312396 h 312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31678" h="312396">
                    <a:moveTo>
                      <a:pt x="296967" y="312396"/>
                    </a:moveTo>
                    <a:cubicBezTo>
                      <a:pt x="295074" y="312396"/>
                      <a:pt x="293181" y="312396"/>
                      <a:pt x="291288" y="311447"/>
                    </a:cubicBezTo>
                    <a:cubicBezTo>
                      <a:pt x="279930" y="307649"/>
                      <a:pt x="273305" y="296254"/>
                      <a:pt x="277091" y="284860"/>
                    </a:cubicBezTo>
                    <a:lnTo>
                      <a:pt x="285609" y="256374"/>
                    </a:lnTo>
                    <a:cubicBezTo>
                      <a:pt x="290342" y="239282"/>
                      <a:pt x="288449" y="221241"/>
                      <a:pt x="278984" y="206998"/>
                    </a:cubicBezTo>
                    <a:cubicBezTo>
                      <a:pt x="269519" y="191806"/>
                      <a:pt x="254374" y="182310"/>
                      <a:pt x="237337" y="179462"/>
                    </a:cubicBezTo>
                    <a:cubicBezTo>
                      <a:pt x="193798" y="171865"/>
                      <a:pt x="163510" y="131036"/>
                      <a:pt x="170135" y="86407"/>
                    </a:cubicBezTo>
                    <a:cubicBezTo>
                      <a:pt x="172028" y="75013"/>
                      <a:pt x="168242" y="62669"/>
                      <a:pt x="159723" y="54123"/>
                    </a:cubicBezTo>
                    <a:cubicBezTo>
                      <a:pt x="145526" y="39880"/>
                      <a:pt x="120917" y="39880"/>
                      <a:pt x="106719" y="54123"/>
                    </a:cubicBezTo>
                    <a:lnTo>
                      <a:pt x="36677" y="124389"/>
                    </a:lnTo>
                    <a:cubicBezTo>
                      <a:pt x="28159" y="132935"/>
                      <a:pt x="14908" y="132935"/>
                      <a:pt x="6389" y="124389"/>
                    </a:cubicBezTo>
                    <a:cubicBezTo>
                      <a:pt x="-2130" y="115843"/>
                      <a:pt x="-2130" y="102550"/>
                      <a:pt x="6389" y="94004"/>
                    </a:cubicBezTo>
                    <a:lnTo>
                      <a:pt x="76431" y="23738"/>
                    </a:lnTo>
                    <a:cubicBezTo>
                      <a:pt x="91575" y="8546"/>
                      <a:pt x="111451" y="0"/>
                      <a:pt x="133221" y="0"/>
                    </a:cubicBezTo>
                    <a:cubicBezTo>
                      <a:pt x="154991" y="0"/>
                      <a:pt x="174868" y="8546"/>
                      <a:pt x="190012" y="23738"/>
                    </a:cubicBezTo>
                    <a:cubicBezTo>
                      <a:pt x="207995" y="41779"/>
                      <a:pt x="216514" y="67417"/>
                      <a:pt x="212728" y="92105"/>
                    </a:cubicBezTo>
                    <a:cubicBezTo>
                      <a:pt x="209888" y="112994"/>
                      <a:pt x="224086" y="132935"/>
                      <a:pt x="244909" y="135783"/>
                    </a:cubicBezTo>
                    <a:cubicBezTo>
                      <a:pt x="274251" y="140531"/>
                      <a:pt x="299807" y="157622"/>
                      <a:pt x="315898" y="183260"/>
                    </a:cubicBezTo>
                    <a:cubicBezTo>
                      <a:pt x="331988" y="208897"/>
                      <a:pt x="335774" y="239282"/>
                      <a:pt x="327256" y="268718"/>
                    </a:cubicBezTo>
                    <a:lnTo>
                      <a:pt x="318737" y="297204"/>
                    </a:lnTo>
                    <a:cubicBezTo>
                      <a:pt x="314951" y="306699"/>
                      <a:pt x="306432" y="312396"/>
                      <a:pt x="296967" y="312396"/>
                    </a:cubicBezTo>
                    <a:close/>
                  </a:path>
                </a:pathLst>
              </a:custGeom>
              <a:solidFill>
                <a:srgbClr val="7A003C"/>
              </a:solidFill>
              <a:ln w="943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A98AEB23-A0EB-BF31-802A-EFA27F7ADABF}"/>
                  </a:ext>
                </a:extLst>
              </p:cNvPr>
              <p:cNvSpPr/>
              <p:nvPr/>
            </p:nvSpPr>
            <p:spPr>
              <a:xfrm>
                <a:off x="3229524" y="7385477"/>
                <a:ext cx="368737" cy="458660"/>
              </a:xfrm>
              <a:custGeom>
                <a:avLst/>
                <a:gdLst>
                  <a:gd name="connsiteX0" fmla="*/ 93231 w 368737"/>
                  <a:gd name="connsiteY0" fmla="*/ 458661 h 458660"/>
                  <a:gd name="connsiteX1" fmla="*/ 26976 w 368737"/>
                  <a:gd name="connsiteY1" fmla="*/ 431124 h 458660"/>
                  <a:gd name="connsiteX2" fmla="*/ 26976 w 368737"/>
                  <a:gd name="connsiteY2" fmla="*/ 299139 h 458660"/>
                  <a:gd name="connsiteX3" fmla="*/ 44959 w 368737"/>
                  <a:gd name="connsiteY3" fmla="*/ 281098 h 458660"/>
                  <a:gd name="connsiteX4" fmla="*/ 62943 w 368737"/>
                  <a:gd name="connsiteY4" fmla="*/ 223176 h 458660"/>
                  <a:gd name="connsiteX5" fmla="*/ 103643 w 368737"/>
                  <a:gd name="connsiteY5" fmla="*/ 10481 h 458660"/>
                  <a:gd name="connsiteX6" fmla="*/ 132985 w 368737"/>
                  <a:gd name="connsiteY6" fmla="*/ 2885 h 458660"/>
                  <a:gd name="connsiteX7" fmla="*/ 140557 w 368737"/>
                  <a:gd name="connsiteY7" fmla="*/ 32320 h 458660"/>
                  <a:gd name="connsiteX8" fmla="*/ 105536 w 368737"/>
                  <a:gd name="connsiteY8" fmla="*/ 216530 h 458660"/>
                  <a:gd name="connsiteX9" fmla="*/ 75247 w 368737"/>
                  <a:gd name="connsiteY9" fmla="*/ 311483 h 458660"/>
                  <a:gd name="connsiteX10" fmla="*/ 57264 w 368737"/>
                  <a:gd name="connsiteY10" fmla="*/ 329524 h 458660"/>
                  <a:gd name="connsiteX11" fmla="*/ 57264 w 368737"/>
                  <a:gd name="connsiteY11" fmla="*/ 400739 h 458660"/>
                  <a:gd name="connsiteX12" fmla="*/ 97964 w 368737"/>
                  <a:gd name="connsiteY12" fmla="*/ 414982 h 458660"/>
                  <a:gd name="connsiteX13" fmla="*/ 134878 w 368737"/>
                  <a:gd name="connsiteY13" fmla="*/ 393143 h 458660"/>
                  <a:gd name="connsiteX14" fmla="*/ 299570 w 368737"/>
                  <a:gd name="connsiteY14" fmla="*/ 318130 h 458660"/>
                  <a:gd name="connsiteX15" fmla="*/ 349735 w 368737"/>
                  <a:gd name="connsiteY15" fmla="*/ 324776 h 458660"/>
                  <a:gd name="connsiteX16" fmla="*/ 368665 w 368737"/>
                  <a:gd name="connsiteY16" fmla="*/ 349464 h 458660"/>
                  <a:gd name="connsiteX17" fmla="*/ 344056 w 368737"/>
                  <a:gd name="connsiteY17" fmla="*/ 368455 h 458660"/>
                  <a:gd name="connsiteX18" fmla="*/ 293891 w 368737"/>
                  <a:gd name="connsiteY18" fmla="*/ 361808 h 458660"/>
                  <a:gd name="connsiteX19" fmla="*/ 170845 w 368737"/>
                  <a:gd name="connsiteY19" fmla="*/ 417831 h 458660"/>
                  <a:gd name="connsiteX20" fmla="*/ 102696 w 368737"/>
                  <a:gd name="connsiteY20" fmla="*/ 458661 h 458660"/>
                  <a:gd name="connsiteX21" fmla="*/ 93231 w 368737"/>
                  <a:gd name="connsiteY21" fmla="*/ 458661 h 458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8737" h="458660">
                    <a:moveTo>
                      <a:pt x="93231" y="458661"/>
                    </a:moveTo>
                    <a:cubicBezTo>
                      <a:pt x="68622" y="458661"/>
                      <a:pt x="44959" y="449165"/>
                      <a:pt x="26976" y="431124"/>
                    </a:cubicBezTo>
                    <a:cubicBezTo>
                      <a:pt x="-8992" y="395042"/>
                      <a:pt x="-8992" y="335221"/>
                      <a:pt x="26976" y="299139"/>
                    </a:cubicBezTo>
                    <a:lnTo>
                      <a:pt x="44959" y="281098"/>
                    </a:lnTo>
                    <a:cubicBezTo>
                      <a:pt x="60103" y="265905"/>
                      <a:pt x="66729" y="244066"/>
                      <a:pt x="62943" y="223176"/>
                    </a:cubicBezTo>
                    <a:cubicBezTo>
                      <a:pt x="50638" y="150062"/>
                      <a:pt x="64836" y="75049"/>
                      <a:pt x="103643" y="10481"/>
                    </a:cubicBezTo>
                    <a:cubicBezTo>
                      <a:pt x="109322" y="36"/>
                      <a:pt x="122573" y="-2812"/>
                      <a:pt x="132985" y="2885"/>
                    </a:cubicBezTo>
                    <a:cubicBezTo>
                      <a:pt x="143396" y="8582"/>
                      <a:pt x="146236" y="21875"/>
                      <a:pt x="140557" y="32320"/>
                    </a:cubicBezTo>
                    <a:cubicBezTo>
                      <a:pt x="107429" y="87393"/>
                      <a:pt x="95124" y="152911"/>
                      <a:pt x="105536" y="216530"/>
                    </a:cubicBezTo>
                    <a:cubicBezTo>
                      <a:pt x="111215" y="251662"/>
                      <a:pt x="99857" y="286795"/>
                      <a:pt x="75247" y="311483"/>
                    </a:cubicBezTo>
                    <a:lnTo>
                      <a:pt x="57264" y="329524"/>
                    </a:lnTo>
                    <a:cubicBezTo>
                      <a:pt x="37387" y="349464"/>
                      <a:pt x="37387" y="380799"/>
                      <a:pt x="57264" y="400739"/>
                    </a:cubicBezTo>
                    <a:cubicBezTo>
                      <a:pt x="67675" y="411184"/>
                      <a:pt x="82820" y="416881"/>
                      <a:pt x="97964" y="414982"/>
                    </a:cubicBezTo>
                    <a:cubicBezTo>
                      <a:pt x="113108" y="413083"/>
                      <a:pt x="126359" y="405487"/>
                      <a:pt x="134878" y="393143"/>
                    </a:cubicBezTo>
                    <a:cubicBezTo>
                      <a:pt x="170845" y="338070"/>
                      <a:pt x="234261" y="309584"/>
                      <a:pt x="299570" y="318130"/>
                    </a:cubicBezTo>
                    <a:lnTo>
                      <a:pt x="349735" y="324776"/>
                    </a:lnTo>
                    <a:cubicBezTo>
                      <a:pt x="361093" y="326675"/>
                      <a:pt x="369612" y="337120"/>
                      <a:pt x="368665" y="349464"/>
                    </a:cubicBezTo>
                    <a:cubicBezTo>
                      <a:pt x="366772" y="360859"/>
                      <a:pt x="356361" y="369404"/>
                      <a:pt x="344056" y="368455"/>
                    </a:cubicBezTo>
                    <a:lnTo>
                      <a:pt x="293891" y="361808"/>
                    </a:lnTo>
                    <a:cubicBezTo>
                      <a:pt x="245619" y="355161"/>
                      <a:pt x="198294" y="377001"/>
                      <a:pt x="170845" y="417831"/>
                    </a:cubicBezTo>
                    <a:cubicBezTo>
                      <a:pt x="155701" y="441569"/>
                      <a:pt x="130145" y="456761"/>
                      <a:pt x="102696" y="458661"/>
                    </a:cubicBezTo>
                    <a:cubicBezTo>
                      <a:pt x="98910" y="458661"/>
                      <a:pt x="96071" y="458661"/>
                      <a:pt x="93231" y="458661"/>
                    </a:cubicBezTo>
                    <a:close/>
                  </a:path>
                </a:pathLst>
              </a:custGeom>
              <a:solidFill>
                <a:srgbClr val="7A003C"/>
              </a:solidFill>
              <a:ln w="9435" cap="flat">
                <a:noFill/>
                <a:prstDash val="solid"/>
                <a:miter/>
              </a:ln>
            </p:spPr>
            <p:txBody>
              <a:bodyPr rtlCol="0" anchor="ctr"/>
              <a:lstStyle/>
              <a:p>
                <a:endParaRPr lang="en-US"/>
              </a:p>
            </p:txBody>
          </p:sp>
        </p:grpSp>
        <p:sp>
          <p:nvSpPr>
            <p:cNvPr id="9" name="Freeform 8">
              <a:extLst>
                <a:ext uri="{FF2B5EF4-FFF2-40B4-BE49-F238E27FC236}">
                  <a16:creationId xmlns:a16="http://schemas.microsoft.com/office/drawing/2014/main" id="{E1727213-1099-A5FC-8973-3D071DA99C2F}"/>
                </a:ext>
              </a:extLst>
            </p:cNvPr>
            <p:cNvSpPr/>
            <p:nvPr/>
          </p:nvSpPr>
          <p:spPr>
            <a:xfrm>
              <a:off x="2798862" y="7372220"/>
              <a:ext cx="800273" cy="1006504"/>
            </a:xfrm>
            <a:custGeom>
              <a:avLst/>
              <a:gdLst>
                <a:gd name="connsiteX0" fmla="*/ 715088 w 800273"/>
                <a:gd name="connsiteY0" fmla="*/ 566871 h 1006504"/>
                <a:gd name="connsiteX1" fmla="*/ 800274 w 800273"/>
                <a:gd name="connsiteY1" fmla="*/ 341832 h 1006504"/>
                <a:gd name="connsiteX2" fmla="*/ 459530 w 800273"/>
                <a:gd name="connsiteY2" fmla="*/ 0 h 1006504"/>
                <a:gd name="connsiteX3" fmla="*/ 235208 w 800273"/>
                <a:gd name="connsiteY3" fmla="*/ 85458 h 1006504"/>
                <a:gd name="connsiteX4" fmla="*/ 165166 w 800273"/>
                <a:gd name="connsiteY4" fmla="*/ 15193 h 1006504"/>
                <a:gd name="connsiteX5" fmla="*/ 134878 w 800273"/>
                <a:gd name="connsiteY5" fmla="*/ 15193 h 1006504"/>
                <a:gd name="connsiteX6" fmla="*/ 134878 w 800273"/>
                <a:gd name="connsiteY6" fmla="*/ 667522 h 1006504"/>
                <a:gd name="connsiteX7" fmla="*/ 278747 w 800273"/>
                <a:gd name="connsiteY7" fmla="*/ 765323 h 1006504"/>
                <a:gd name="connsiteX8" fmla="*/ 278747 w 800273"/>
                <a:gd name="connsiteY8" fmla="*/ 791910 h 1006504"/>
                <a:gd name="connsiteX9" fmla="*/ 211545 w 800273"/>
                <a:gd name="connsiteY9" fmla="*/ 962826 h 1006504"/>
                <a:gd name="connsiteX10" fmla="*/ 100803 w 800273"/>
                <a:gd name="connsiteY10" fmla="*/ 962826 h 1006504"/>
                <a:gd name="connsiteX11" fmla="*/ 79034 w 800273"/>
                <a:gd name="connsiteY11" fmla="*/ 984665 h 1006504"/>
                <a:gd name="connsiteX12" fmla="*/ 100803 w 800273"/>
                <a:gd name="connsiteY12" fmla="*/ 1006505 h 1006504"/>
                <a:gd name="connsiteX13" fmla="*/ 220063 w 800273"/>
                <a:gd name="connsiteY13" fmla="*/ 1006505 h 1006504"/>
                <a:gd name="connsiteX14" fmla="*/ 578791 w 800273"/>
                <a:gd name="connsiteY14" fmla="*/ 1006505 h 1006504"/>
                <a:gd name="connsiteX15" fmla="*/ 698051 w 800273"/>
                <a:gd name="connsiteY15" fmla="*/ 1006505 h 1006504"/>
                <a:gd name="connsiteX16" fmla="*/ 719820 w 800273"/>
                <a:gd name="connsiteY16" fmla="*/ 984665 h 1006504"/>
                <a:gd name="connsiteX17" fmla="*/ 698051 w 800273"/>
                <a:gd name="connsiteY17" fmla="*/ 962826 h 1006504"/>
                <a:gd name="connsiteX18" fmla="*/ 588256 w 800273"/>
                <a:gd name="connsiteY18" fmla="*/ 962826 h 1006504"/>
                <a:gd name="connsiteX19" fmla="*/ 521053 w 800273"/>
                <a:gd name="connsiteY19" fmla="*/ 797608 h 1006504"/>
                <a:gd name="connsiteX20" fmla="*/ 784183 w 800273"/>
                <a:gd name="connsiteY20" fmla="*/ 666572 h 1006504"/>
                <a:gd name="connsiteX21" fmla="*/ 784183 w 800273"/>
                <a:gd name="connsiteY21" fmla="*/ 636187 h 1006504"/>
                <a:gd name="connsiteX22" fmla="*/ 715088 w 800273"/>
                <a:gd name="connsiteY22" fmla="*/ 566871 h 1006504"/>
                <a:gd name="connsiteX23" fmla="*/ 756734 w 800273"/>
                <a:gd name="connsiteY23" fmla="*/ 340882 h 1006504"/>
                <a:gd name="connsiteX24" fmla="*/ 459530 w 800273"/>
                <a:gd name="connsiteY24" fmla="*/ 639036 h 1006504"/>
                <a:gd name="connsiteX25" fmla="*/ 162326 w 800273"/>
                <a:gd name="connsiteY25" fmla="*/ 340882 h 1006504"/>
                <a:gd name="connsiteX26" fmla="*/ 459530 w 800273"/>
                <a:gd name="connsiteY26" fmla="*/ 42729 h 1006504"/>
                <a:gd name="connsiteX27" fmla="*/ 756734 w 800273"/>
                <a:gd name="connsiteY27" fmla="*/ 340882 h 1006504"/>
                <a:gd name="connsiteX28" fmla="*/ 532412 w 800273"/>
                <a:gd name="connsiteY28" fmla="*/ 962826 h 1006504"/>
                <a:gd name="connsiteX29" fmla="*/ 267389 w 800273"/>
                <a:gd name="connsiteY29" fmla="*/ 962826 h 1006504"/>
                <a:gd name="connsiteX30" fmla="*/ 322286 w 800273"/>
                <a:gd name="connsiteY30" fmla="*/ 791910 h 1006504"/>
                <a:gd name="connsiteX31" fmla="*/ 322286 w 800273"/>
                <a:gd name="connsiteY31" fmla="*/ 781465 h 1006504"/>
                <a:gd name="connsiteX32" fmla="*/ 459530 w 800273"/>
                <a:gd name="connsiteY32" fmla="*/ 802355 h 1006504"/>
                <a:gd name="connsiteX33" fmla="*/ 478461 w 800273"/>
                <a:gd name="connsiteY33" fmla="*/ 802355 h 1006504"/>
                <a:gd name="connsiteX34" fmla="*/ 532412 w 800273"/>
                <a:gd name="connsiteY34" fmla="*/ 962826 h 1006504"/>
                <a:gd name="connsiteX35" fmla="*/ 309982 w 800273"/>
                <a:gd name="connsiteY35" fmla="*/ 731140 h 1006504"/>
                <a:gd name="connsiteX36" fmla="*/ 307142 w 800273"/>
                <a:gd name="connsiteY36" fmla="*/ 730191 h 1006504"/>
                <a:gd name="connsiteX37" fmla="*/ 165166 w 800273"/>
                <a:gd name="connsiteY37" fmla="*/ 637136 h 1006504"/>
                <a:gd name="connsiteX38" fmla="*/ 150022 w 800273"/>
                <a:gd name="connsiteY38" fmla="*/ 60770 h 1006504"/>
                <a:gd name="connsiteX39" fmla="*/ 203973 w 800273"/>
                <a:gd name="connsiteY39" fmla="*/ 114893 h 1006504"/>
                <a:gd name="connsiteX40" fmla="*/ 118787 w 800273"/>
                <a:gd name="connsiteY40" fmla="*/ 339933 h 1006504"/>
                <a:gd name="connsiteX41" fmla="*/ 459530 w 800273"/>
                <a:gd name="connsiteY41" fmla="*/ 681765 h 1006504"/>
                <a:gd name="connsiteX42" fmla="*/ 683853 w 800273"/>
                <a:gd name="connsiteY42" fmla="*/ 596307 h 1006504"/>
                <a:gd name="connsiteX43" fmla="*/ 737804 w 800273"/>
                <a:gd name="connsiteY43" fmla="*/ 650430 h 1006504"/>
                <a:gd name="connsiteX44" fmla="*/ 309982 w 800273"/>
                <a:gd name="connsiteY44" fmla="*/ 731140 h 100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800273" h="1006504">
                  <a:moveTo>
                    <a:pt x="715088" y="566871"/>
                  </a:moveTo>
                  <a:cubicBezTo>
                    <a:pt x="768092" y="507050"/>
                    <a:pt x="800274" y="428239"/>
                    <a:pt x="800274" y="341832"/>
                  </a:cubicBezTo>
                  <a:cubicBezTo>
                    <a:pt x="800274" y="153824"/>
                    <a:pt x="647886" y="0"/>
                    <a:pt x="459530" y="0"/>
                  </a:cubicBezTo>
                  <a:cubicBezTo>
                    <a:pt x="373398" y="0"/>
                    <a:pt x="294838" y="32284"/>
                    <a:pt x="235208" y="85458"/>
                  </a:cubicBezTo>
                  <a:lnTo>
                    <a:pt x="165166" y="15193"/>
                  </a:lnTo>
                  <a:cubicBezTo>
                    <a:pt x="156647" y="6647"/>
                    <a:pt x="143396" y="6647"/>
                    <a:pt x="134878" y="15193"/>
                  </a:cubicBezTo>
                  <a:cubicBezTo>
                    <a:pt x="-44959" y="194654"/>
                    <a:pt x="-44959" y="487110"/>
                    <a:pt x="134878" y="667522"/>
                  </a:cubicBezTo>
                  <a:cubicBezTo>
                    <a:pt x="177471" y="710251"/>
                    <a:pt x="226689" y="742535"/>
                    <a:pt x="278747" y="765323"/>
                  </a:cubicBezTo>
                  <a:lnTo>
                    <a:pt x="278747" y="791910"/>
                  </a:lnTo>
                  <a:cubicBezTo>
                    <a:pt x="278747" y="856479"/>
                    <a:pt x="255084" y="916299"/>
                    <a:pt x="211545" y="962826"/>
                  </a:cubicBezTo>
                  <a:lnTo>
                    <a:pt x="100803" y="962826"/>
                  </a:lnTo>
                  <a:cubicBezTo>
                    <a:pt x="88499" y="962826"/>
                    <a:pt x="79034" y="972322"/>
                    <a:pt x="79034" y="984665"/>
                  </a:cubicBezTo>
                  <a:cubicBezTo>
                    <a:pt x="79034" y="997009"/>
                    <a:pt x="88499" y="1006505"/>
                    <a:pt x="100803" y="1006505"/>
                  </a:cubicBezTo>
                  <a:lnTo>
                    <a:pt x="220063" y="1006505"/>
                  </a:lnTo>
                  <a:lnTo>
                    <a:pt x="578791" y="1006505"/>
                  </a:lnTo>
                  <a:lnTo>
                    <a:pt x="698051" y="1006505"/>
                  </a:lnTo>
                  <a:cubicBezTo>
                    <a:pt x="710355" y="1006505"/>
                    <a:pt x="719820" y="997009"/>
                    <a:pt x="719820" y="984665"/>
                  </a:cubicBezTo>
                  <a:cubicBezTo>
                    <a:pt x="719820" y="972322"/>
                    <a:pt x="710355" y="962826"/>
                    <a:pt x="698051" y="962826"/>
                  </a:cubicBezTo>
                  <a:lnTo>
                    <a:pt x="588256" y="962826"/>
                  </a:lnTo>
                  <a:cubicBezTo>
                    <a:pt x="546609" y="918198"/>
                    <a:pt x="522946" y="859327"/>
                    <a:pt x="521053" y="797608"/>
                  </a:cubicBezTo>
                  <a:cubicBezTo>
                    <a:pt x="617597" y="784314"/>
                    <a:pt x="710355" y="741585"/>
                    <a:pt x="784183" y="666572"/>
                  </a:cubicBezTo>
                  <a:cubicBezTo>
                    <a:pt x="792702" y="658026"/>
                    <a:pt x="792702" y="644733"/>
                    <a:pt x="784183" y="636187"/>
                  </a:cubicBezTo>
                  <a:lnTo>
                    <a:pt x="715088" y="566871"/>
                  </a:lnTo>
                  <a:close/>
                  <a:moveTo>
                    <a:pt x="756734" y="340882"/>
                  </a:moveTo>
                  <a:cubicBezTo>
                    <a:pt x="756734" y="505151"/>
                    <a:pt x="623276" y="639036"/>
                    <a:pt x="459530" y="639036"/>
                  </a:cubicBezTo>
                  <a:cubicBezTo>
                    <a:pt x="295784" y="639036"/>
                    <a:pt x="162326" y="505151"/>
                    <a:pt x="162326" y="340882"/>
                  </a:cubicBezTo>
                  <a:cubicBezTo>
                    <a:pt x="162326" y="176613"/>
                    <a:pt x="295784" y="42729"/>
                    <a:pt x="459530" y="42729"/>
                  </a:cubicBezTo>
                  <a:cubicBezTo>
                    <a:pt x="623276" y="42729"/>
                    <a:pt x="756734" y="176613"/>
                    <a:pt x="756734" y="340882"/>
                  </a:cubicBezTo>
                  <a:close/>
                  <a:moveTo>
                    <a:pt x="532412" y="962826"/>
                  </a:moveTo>
                  <a:lnTo>
                    <a:pt x="267389" y="962826"/>
                  </a:lnTo>
                  <a:cubicBezTo>
                    <a:pt x="303356" y="913450"/>
                    <a:pt x="322286" y="853630"/>
                    <a:pt x="322286" y="791910"/>
                  </a:cubicBezTo>
                  <a:lnTo>
                    <a:pt x="322286" y="781465"/>
                  </a:lnTo>
                  <a:cubicBezTo>
                    <a:pt x="366772" y="795708"/>
                    <a:pt x="413151" y="802355"/>
                    <a:pt x="459530" y="802355"/>
                  </a:cubicBezTo>
                  <a:cubicBezTo>
                    <a:pt x="466156" y="802355"/>
                    <a:pt x="471835" y="802355"/>
                    <a:pt x="478461" y="802355"/>
                  </a:cubicBezTo>
                  <a:cubicBezTo>
                    <a:pt x="480354" y="860277"/>
                    <a:pt x="499284" y="916299"/>
                    <a:pt x="532412" y="962826"/>
                  </a:cubicBezTo>
                  <a:close/>
                  <a:moveTo>
                    <a:pt x="309982" y="731140"/>
                  </a:moveTo>
                  <a:cubicBezTo>
                    <a:pt x="309035" y="731140"/>
                    <a:pt x="308089" y="730191"/>
                    <a:pt x="307142" y="730191"/>
                  </a:cubicBezTo>
                  <a:cubicBezTo>
                    <a:pt x="255084" y="710251"/>
                    <a:pt x="206812" y="678916"/>
                    <a:pt x="165166" y="637136"/>
                  </a:cubicBezTo>
                  <a:cubicBezTo>
                    <a:pt x="7099" y="478565"/>
                    <a:pt x="2366" y="225039"/>
                    <a:pt x="150022" y="60770"/>
                  </a:cubicBezTo>
                  <a:lnTo>
                    <a:pt x="203973" y="114893"/>
                  </a:lnTo>
                  <a:cubicBezTo>
                    <a:pt x="150968" y="174714"/>
                    <a:pt x="118787" y="253525"/>
                    <a:pt x="118787" y="339933"/>
                  </a:cubicBezTo>
                  <a:cubicBezTo>
                    <a:pt x="118787" y="527940"/>
                    <a:pt x="271175" y="681765"/>
                    <a:pt x="459530" y="681765"/>
                  </a:cubicBezTo>
                  <a:cubicBezTo>
                    <a:pt x="545663" y="681765"/>
                    <a:pt x="624223" y="649480"/>
                    <a:pt x="683853" y="596307"/>
                  </a:cubicBezTo>
                  <a:lnTo>
                    <a:pt x="737804" y="650430"/>
                  </a:lnTo>
                  <a:cubicBezTo>
                    <a:pt x="619490" y="759626"/>
                    <a:pt x="451958" y="786213"/>
                    <a:pt x="309982" y="731140"/>
                  </a:cubicBezTo>
                  <a:close/>
                </a:path>
              </a:pathLst>
            </a:custGeom>
            <a:solidFill>
              <a:srgbClr val="000000"/>
            </a:solidFill>
            <a:ln w="9435" cap="flat">
              <a:noFill/>
              <a:prstDash val="solid"/>
              <a:miter/>
            </a:ln>
          </p:spPr>
          <p:txBody>
            <a:bodyPr rtlCol="0" anchor="ctr"/>
            <a:lstStyle/>
            <a:p>
              <a:endParaRPr lang="en-US"/>
            </a:p>
          </p:txBody>
        </p:sp>
      </p:grpSp>
      <p:grpSp>
        <p:nvGrpSpPr>
          <p:cNvPr id="16" name="Group 15">
            <a:extLst>
              <a:ext uri="{FF2B5EF4-FFF2-40B4-BE49-F238E27FC236}">
                <a16:creationId xmlns:a16="http://schemas.microsoft.com/office/drawing/2014/main" id="{B0AC7672-58C7-4284-0B21-E4367E7AA034}"/>
              </a:ext>
              <a:ext uri="{C183D7F6-B498-43B3-948B-1728B52AA6E4}">
                <adec:decorative xmlns:adec="http://schemas.microsoft.com/office/drawing/2017/decorative" val="1"/>
              </a:ext>
            </a:extLst>
          </p:cNvPr>
          <p:cNvGrpSpPr/>
          <p:nvPr userDrawn="1"/>
        </p:nvGrpSpPr>
        <p:grpSpPr>
          <a:xfrm>
            <a:off x="455912" y="3315673"/>
            <a:ext cx="382172" cy="361425"/>
            <a:chOff x="13919831" y="3606509"/>
            <a:chExt cx="1010931" cy="956049"/>
          </a:xfrm>
        </p:grpSpPr>
        <p:grpSp>
          <p:nvGrpSpPr>
            <p:cNvPr id="17" name="Group 16">
              <a:extLst>
                <a:ext uri="{FF2B5EF4-FFF2-40B4-BE49-F238E27FC236}">
                  <a16:creationId xmlns:a16="http://schemas.microsoft.com/office/drawing/2014/main" id="{F93BA6D1-D4FF-4705-7BB7-7DD93704F725}"/>
                </a:ext>
              </a:extLst>
            </p:cNvPr>
            <p:cNvGrpSpPr/>
            <p:nvPr/>
          </p:nvGrpSpPr>
          <p:grpSpPr>
            <a:xfrm>
              <a:off x="14092045" y="3792506"/>
              <a:ext cx="666504" cy="459075"/>
              <a:chOff x="14092045" y="3792506"/>
              <a:chExt cx="666504" cy="459075"/>
            </a:xfrm>
          </p:grpSpPr>
          <p:sp>
            <p:nvSpPr>
              <p:cNvPr id="19" name="Freeform 18">
                <a:extLst>
                  <a:ext uri="{FF2B5EF4-FFF2-40B4-BE49-F238E27FC236}">
                    <a16:creationId xmlns:a16="http://schemas.microsoft.com/office/drawing/2014/main" id="{34F99B45-4438-0D84-42E8-4F7E69898E28}"/>
                  </a:ext>
                </a:extLst>
              </p:cNvPr>
              <p:cNvSpPr/>
              <p:nvPr/>
            </p:nvSpPr>
            <p:spPr>
              <a:xfrm>
                <a:off x="14092045" y="3953085"/>
                <a:ext cx="164699" cy="298496"/>
              </a:xfrm>
              <a:custGeom>
                <a:avLst/>
                <a:gdLst>
                  <a:gd name="connsiteX0" fmla="*/ 142981 w 164699"/>
                  <a:gd name="connsiteY0" fmla="*/ 298497 h 298496"/>
                  <a:gd name="connsiteX1" fmla="*/ 21720 w 164699"/>
                  <a:gd name="connsiteY1" fmla="*/ 298497 h 298496"/>
                  <a:gd name="connsiteX2" fmla="*/ 0 w 164699"/>
                  <a:gd name="connsiteY2" fmla="*/ 276777 h 298496"/>
                  <a:gd name="connsiteX3" fmla="*/ 0 w 164699"/>
                  <a:gd name="connsiteY3" fmla="*/ 21719 h 298496"/>
                  <a:gd name="connsiteX4" fmla="*/ 21720 w 164699"/>
                  <a:gd name="connsiteY4" fmla="*/ 0 h 298496"/>
                  <a:gd name="connsiteX5" fmla="*/ 142981 w 164699"/>
                  <a:gd name="connsiteY5" fmla="*/ 0 h 298496"/>
                  <a:gd name="connsiteX6" fmla="*/ 164699 w 164699"/>
                  <a:gd name="connsiteY6" fmla="*/ 21719 h 298496"/>
                  <a:gd name="connsiteX7" fmla="*/ 164699 w 164699"/>
                  <a:gd name="connsiteY7" fmla="*/ 276777 h 298496"/>
                  <a:gd name="connsiteX8" fmla="*/ 142981 w 164699"/>
                  <a:gd name="connsiteY8" fmla="*/ 298497 h 298496"/>
                  <a:gd name="connsiteX9" fmla="*/ 43438 w 164699"/>
                  <a:gd name="connsiteY9" fmla="*/ 255059 h 298496"/>
                  <a:gd name="connsiteX10" fmla="*/ 121261 w 164699"/>
                  <a:gd name="connsiteY10" fmla="*/ 255059 h 298496"/>
                  <a:gd name="connsiteX11" fmla="*/ 121261 w 164699"/>
                  <a:gd name="connsiteY11" fmla="*/ 43437 h 298496"/>
                  <a:gd name="connsiteX12" fmla="*/ 43438 w 164699"/>
                  <a:gd name="connsiteY12" fmla="*/ 43437 h 298496"/>
                  <a:gd name="connsiteX13" fmla="*/ 43438 w 164699"/>
                  <a:gd name="connsiteY13" fmla="*/ 255059 h 29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699" h="298496">
                    <a:moveTo>
                      <a:pt x="142981" y="298497"/>
                    </a:moveTo>
                    <a:lnTo>
                      <a:pt x="21720" y="298497"/>
                    </a:lnTo>
                    <a:cubicBezTo>
                      <a:pt x="9724" y="298497"/>
                      <a:pt x="0" y="288773"/>
                      <a:pt x="0" y="276777"/>
                    </a:cubicBezTo>
                    <a:lnTo>
                      <a:pt x="0" y="21719"/>
                    </a:lnTo>
                    <a:cubicBezTo>
                      <a:pt x="0" y="9724"/>
                      <a:pt x="9724" y="0"/>
                      <a:pt x="21720" y="0"/>
                    </a:cubicBezTo>
                    <a:lnTo>
                      <a:pt x="142981" y="0"/>
                    </a:lnTo>
                    <a:cubicBezTo>
                      <a:pt x="154975" y="0"/>
                      <a:pt x="164699" y="9724"/>
                      <a:pt x="164699" y="21719"/>
                    </a:cubicBezTo>
                    <a:lnTo>
                      <a:pt x="164699" y="276777"/>
                    </a:lnTo>
                    <a:cubicBezTo>
                      <a:pt x="164699" y="288773"/>
                      <a:pt x="154975" y="298497"/>
                      <a:pt x="142981" y="298497"/>
                    </a:cubicBezTo>
                    <a:close/>
                    <a:moveTo>
                      <a:pt x="43438" y="255059"/>
                    </a:moveTo>
                    <a:lnTo>
                      <a:pt x="121261" y="255059"/>
                    </a:lnTo>
                    <a:lnTo>
                      <a:pt x="121261" y="43437"/>
                    </a:lnTo>
                    <a:lnTo>
                      <a:pt x="43438" y="43437"/>
                    </a:lnTo>
                    <a:lnTo>
                      <a:pt x="43438" y="255059"/>
                    </a:lnTo>
                    <a:close/>
                  </a:path>
                </a:pathLst>
              </a:custGeom>
              <a:solidFill>
                <a:srgbClr val="7A003C"/>
              </a:solidFill>
              <a:ln w="9436"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84CD40EA-F2E3-6A16-DEF6-A4935FFBE6D4}"/>
                  </a:ext>
                </a:extLst>
              </p:cNvPr>
              <p:cNvSpPr/>
              <p:nvPr/>
            </p:nvSpPr>
            <p:spPr>
              <a:xfrm>
                <a:off x="14342949" y="3872795"/>
                <a:ext cx="164696" cy="378786"/>
              </a:xfrm>
              <a:custGeom>
                <a:avLst/>
                <a:gdLst>
                  <a:gd name="connsiteX0" fmla="*/ 142978 w 164696"/>
                  <a:gd name="connsiteY0" fmla="*/ 378787 h 378786"/>
                  <a:gd name="connsiteX1" fmla="*/ 21719 w 164696"/>
                  <a:gd name="connsiteY1" fmla="*/ 378787 h 378786"/>
                  <a:gd name="connsiteX2" fmla="*/ 0 w 164696"/>
                  <a:gd name="connsiteY2" fmla="*/ 357067 h 378786"/>
                  <a:gd name="connsiteX3" fmla="*/ 0 w 164696"/>
                  <a:gd name="connsiteY3" fmla="*/ 21719 h 378786"/>
                  <a:gd name="connsiteX4" fmla="*/ 21719 w 164696"/>
                  <a:gd name="connsiteY4" fmla="*/ 0 h 378786"/>
                  <a:gd name="connsiteX5" fmla="*/ 142978 w 164696"/>
                  <a:gd name="connsiteY5" fmla="*/ 0 h 378786"/>
                  <a:gd name="connsiteX6" fmla="*/ 164696 w 164696"/>
                  <a:gd name="connsiteY6" fmla="*/ 21719 h 378786"/>
                  <a:gd name="connsiteX7" fmla="*/ 164696 w 164696"/>
                  <a:gd name="connsiteY7" fmla="*/ 357067 h 378786"/>
                  <a:gd name="connsiteX8" fmla="*/ 142978 w 164696"/>
                  <a:gd name="connsiteY8" fmla="*/ 378787 h 378786"/>
                  <a:gd name="connsiteX9" fmla="*/ 43438 w 164696"/>
                  <a:gd name="connsiteY9" fmla="*/ 335348 h 378786"/>
                  <a:gd name="connsiteX10" fmla="*/ 121259 w 164696"/>
                  <a:gd name="connsiteY10" fmla="*/ 335348 h 378786"/>
                  <a:gd name="connsiteX11" fmla="*/ 121259 w 164696"/>
                  <a:gd name="connsiteY11" fmla="*/ 43438 h 378786"/>
                  <a:gd name="connsiteX12" fmla="*/ 43438 w 164696"/>
                  <a:gd name="connsiteY12" fmla="*/ 43438 h 378786"/>
                  <a:gd name="connsiteX13" fmla="*/ 43438 w 164696"/>
                  <a:gd name="connsiteY13" fmla="*/ 335348 h 37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696" h="378786">
                    <a:moveTo>
                      <a:pt x="142978" y="378787"/>
                    </a:moveTo>
                    <a:lnTo>
                      <a:pt x="21719" y="378787"/>
                    </a:lnTo>
                    <a:cubicBezTo>
                      <a:pt x="9724" y="378787"/>
                      <a:pt x="0" y="369062"/>
                      <a:pt x="0" y="357067"/>
                    </a:cubicBezTo>
                    <a:lnTo>
                      <a:pt x="0" y="21719"/>
                    </a:lnTo>
                    <a:cubicBezTo>
                      <a:pt x="0" y="9724"/>
                      <a:pt x="9724" y="0"/>
                      <a:pt x="21719" y="0"/>
                    </a:cubicBezTo>
                    <a:lnTo>
                      <a:pt x="142978" y="0"/>
                    </a:lnTo>
                    <a:cubicBezTo>
                      <a:pt x="154972" y="0"/>
                      <a:pt x="164696" y="9724"/>
                      <a:pt x="164696" y="21719"/>
                    </a:cubicBezTo>
                    <a:lnTo>
                      <a:pt x="164696" y="357067"/>
                    </a:lnTo>
                    <a:cubicBezTo>
                      <a:pt x="164696" y="369062"/>
                      <a:pt x="154972" y="378787"/>
                      <a:pt x="142978" y="378787"/>
                    </a:cubicBezTo>
                    <a:close/>
                    <a:moveTo>
                      <a:pt x="43438" y="335348"/>
                    </a:moveTo>
                    <a:lnTo>
                      <a:pt x="121259" y="335348"/>
                    </a:lnTo>
                    <a:lnTo>
                      <a:pt x="121259" y="43438"/>
                    </a:lnTo>
                    <a:lnTo>
                      <a:pt x="43438" y="43438"/>
                    </a:lnTo>
                    <a:lnTo>
                      <a:pt x="43438" y="335348"/>
                    </a:lnTo>
                    <a:close/>
                  </a:path>
                </a:pathLst>
              </a:custGeom>
              <a:solidFill>
                <a:srgbClr val="7A003C"/>
              </a:solidFill>
              <a:ln w="9436"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AC730DFE-0D4A-5A5D-A102-7595399238EF}"/>
                  </a:ext>
                </a:extLst>
              </p:cNvPr>
              <p:cNvSpPr/>
              <p:nvPr/>
            </p:nvSpPr>
            <p:spPr>
              <a:xfrm>
                <a:off x="14593850" y="3792506"/>
                <a:ext cx="164699" cy="459075"/>
              </a:xfrm>
              <a:custGeom>
                <a:avLst/>
                <a:gdLst>
                  <a:gd name="connsiteX0" fmla="*/ 142981 w 164699"/>
                  <a:gd name="connsiteY0" fmla="*/ 459075 h 459075"/>
                  <a:gd name="connsiteX1" fmla="*/ 21720 w 164699"/>
                  <a:gd name="connsiteY1" fmla="*/ 459075 h 459075"/>
                  <a:gd name="connsiteX2" fmla="*/ 0 w 164699"/>
                  <a:gd name="connsiteY2" fmla="*/ 437357 h 459075"/>
                  <a:gd name="connsiteX3" fmla="*/ 0 w 164699"/>
                  <a:gd name="connsiteY3" fmla="*/ 21719 h 459075"/>
                  <a:gd name="connsiteX4" fmla="*/ 21720 w 164699"/>
                  <a:gd name="connsiteY4" fmla="*/ 0 h 459075"/>
                  <a:gd name="connsiteX5" fmla="*/ 142981 w 164699"/>
                  <a:gd name="connsiteY5" fmla="*/ 0 h 459075"/>
                  <a:gd name="connsiteX6" fmla="*/ 164699 w 164699"/>
                  <a:gd name="connsiteY6" fmla="*/ 21719 h 459075"/>
                  <a:gd name="connsiteX7" fmla="*/ 164699 w 164699"/>
                  <a:gd name="connsiteY7" fmla="*/ 437357 h 459075"/>
                  <a:gd name="connsiteX8" fmla="*/ 142981 w 164699"/>
                  <a:gd name="connsiteY8" fmla="*/ 459075 h 459075"/>
                  <a:gd name="connsiteX9" fmla="*/ 43438 w 164699"/>
                  <a:gd name="connsiteY9" fmla="*/ 415637 h 459075"/>
                  <a:gd name="connsiteX10" fmla="*/ 121261 w 164699"/>
                  <a:gd name="connsiteY10" fmla="*/ 415637 h 459075"/>
                  <a:gd name="connsiteX11" fmla="*/ 121261 w 164699"/>
                  <a:gd name="connsiteY11" fmla="*/ 43438 h 459075"/>
                  <a:gd name="connsiteX12" fmla="*/ 43438 w 164699"/>
                  <a:gd name="connsiteY12" fmla="*/ 43438 h 459075"/>
                  <a:gd name="connsiteX13" fmla="*/ 43438 w 164699"/>
                  <a:gd name="connsiteY13" fmla="*/ 415637 h 45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699" h="459075">
                    <a:moveTo>
                      <a:pt x="142981" y="459075"/>
                    </a:moveTo>
                    <a:lnTo>
                      <a:pt x="21720" y="459075"/>
                    </a:lnTo>
                    <a:cubicBezTo>
                      <a:pt x="9724" y="459075"/>
                      <a:pt x="0" y="449351"/>
                      <a:pt x="0" y="437357"/>
                    </a:cubicBezTo>
                    <a:lnTo>
                      <a:pt x="0" y="21719"/>
                    </a:lnTo>
                    <a:cubicBezTo>
                      <a:pt x="0" y="9724"/>
                      <a:pt x="9724" y="0"/>
                      <a:pt x="21720" y="0"/>
                    </a:cubicBezTo>
                    <a:lnTo>
                      <a:pt x="142981" y="0"/>
                    </a:lnTo>
                    <a:cubicBezTo>
                      <a:pt x="154975" y="0"/>
                      <a:pt x="164699" y="9724"/>
                      <a:pt x="164699" y="21719"/>
                    </a:cubicBezTo>
                    <a:lnTo>
                      <a:pt x="164699" y="437357"/>
                    </a:lnTo>
                    <a:cubicBezTo>
                      <a:pt x="164699" y="449351"/>
                      <a:pt x="154975" y="459075"/>
                      <a:pt x="142981" y="459075"/>
                    </a:cubicBezTo>
                    <a:close/>
                    <a:moveTo>
                      <a:pt x="43438" y="415637"/>
                    </a:moveTo>
                    <a:lnTo>
                      <a:pt x="121261" y="415637"/>
                    </a:lnTo>
                    <a:lnTo>
                      <a:pt x="121261" y="43438"/>
                    </a:lnTo>
                    <a:lnTo>
                      <a:pt x="43438" y="43438"/>
                    </a:lnTo>
                    <a:lnTo>
                      <a:pt x="43438" y="415637"/>
                    </a:lnTo>
                    <a:close/>
                  </a:path>
                </a:pathLst>
              </a:custGeom>
              <a:solidFill>
                <a:srgbClr val="7A003C"/>
              </a:solidFill>
              <a:ln w="9436" cap="flat">
                <a:noFill/>
                <a:prstDash val="solid"/>
                <a:miter/>
              </a:ln>
            </p:spPr>
            <p:txBody>
              <a:bodyPr rtlCol="0" anchor="ctr"/>
              <a:lstStyle/>
              <a:p>
                <a:endParaRPr lang="en-US"/>
              </a:p>
            </p:txBody>
          </p:sp>
        </p:grpSp>
        <p:sp>
          <p:nvSpPr>
            <p:cNvPr id="18" name="Freeform 17">
              <a:extLst>
                <a:ext uri="{FF2B5EF4-FFF2-40B4-BE49-F238E27FC236}">
                  <a16:creationId xmlns:a16="http://schemas.microsoft.com/office/drawing/2014/main" id="{6FEB136E-27BC-F6A9-AF99-58D141F63BD7}"/>
                </a:ext>
              </a:extLst>
            </p:cNvPr>
            <p:cNvSpPr/>
            <p:nvPr/>
          </p:nvSpPr>
          <p:spPr>
            <a:xfrm>
              <a:off x="13919831" y="3606509"/>
              <a:ext cx="1010931" cy="956049"/>
            </a:xfrm>
            <a:custGeom>
              <a:avLst/>
              <a:gdLst>
                <a:gd name="connsiteX0" fmla="*/ 989204 w 1010931"/>
                <a:gd name="connsiteY0" fmla="*/ 0 h 956049"/>
                <a:gd name="connsiteX1" fmla="*/ 21726 w 1010931"/>
                <a:gd name="connsiteY1" fmla="*/ 0 h 956049"/>
                <a:gd name="connsiteX2" fmla="*/ 8 w 1010931"/>
                <a:gd name="connsiteY2" fmla="*/ 21719 h 956049"/>
                <a:gd name="connsiteX3" fmla="*/ 8 w 1010931"/>
                <a:gd name="connsiteY3" fmla="*/ 780038 h 956049"/>
                <a:gd name="connsiteX4" fmla="*/ 21726 w 1010931"/>
                <a:gd name="connsiteY4" fmla="*/ 801757 h 956049"/>
                <a:gd name="connsiteX5" fmla="*/ 396656 w 1010931"/>
                <a:gd name="connsiteY5" fmla="*/ 801757 h 956049"/>
                <a:gd name="connsiteX6" fmla="*/ 396656 w 1010931"/>
                <a:gd name="connsiteY6" fmla="*/ 912610 h 956049"/>
                <a:gd name="connsiteX7" fmla="*/ 379591 w 1010931"/>
                <a:gd name="connsiteY7" fmla="*/ 912610 h 956049"/>
                <a:gd name="connsiteX8" fmla="*/ 379591 w 1010931"/>
                <a:gd name="connsiteY8" fmla="*/ 956049 h 956049"/>
                <a:gd name="connsiteX9" fmla="*/ 631342 w 1010931"/>
                <a:gd name="connsiteY9" fmla="*/ 956049 h 956049"/>
                <a:gd name="connsiteX10" fmla="*/ 631342 w 1010931"/>
                <a:gd name="connsiteY10" fmla="*/ 912610 h 956049"/>
                <a:gd name="connsiteX11" fmla="*/ 614278 w 1010931"/>
                <a:gd name="connsiteY11" fmla="*/ 912610 h 956049"/>
                <a:gd name="connsiteX12" fmla="*/ 614278 w 1010931"/>
                <a:gd name="connsiteY12" fmla="*/ 801757 h 956049"/>
                <a:gd name="connsiteX13" fmla="*/ 989204 w 1010931"/>
                <a:gd name="connsiteY13" fmla="*/ 801757 h 956049"/>
                <a:gd name="connsiteX14" fmla="*/ 1010929 w 1010931"/>
                <a:gd name="connsiteY14" fmla="*/ 780038 h 956049"/>
                <a:gd name="connsiteX15" fmla="*/ 1010929 w 1010931"/>
                <a:gd name="connsiteY15" fmla="*/ 21719 h 956049"/>
                <a:gd name="connsiteX16" fmla="*/ 989204 w 1010931"/>
                <a:gd name="connsiteY16" fmla="*/ 0 h 956049"/>
                <a:gd name="connsiteX17" fmla="*/ 43445 w 1010931"/>
                <a:gd name="connsiteY17" fmla="*/ 43438 h 956049"/>
                <a:gd name="connsiteX18" fmla="*/ 967488 w 1010931"/>
                <a:gd name="connsiteY18" fmla="*/ 43438 h 956049"/>
                <a:gd name="connsiteX19" fmla="*/ 967488 w 1010931"/>
                <a:gd name="connsiteY19" fmla="*/ 601634 h 956049"/>
                <a:gd name="connsiteX20" fmla="*/ 43445 w 1010931"/>
                <a:gd name="connsiteY20" fmla="*/ 601634 h 956049"/>
                <a:gd name="connsiteX21" fmla="*/ 43445 w 1010931"/>
                <a:gd name="connsiteY21" fmla="*/ 43438 h 956049"/>
                <a:gd name="connsiteX22" fmla="*/ 570839 w 1010931"/>
                <a:gd name="connsiteY22" fmla="*/ 912610 h 956049"/>
                <a:gd name="connsiteX23" fmla="*/ 440093 w 1010931"/>
                <a:gd name="connsiteY23" fmla="*/ 912610 h 956049"/>
                <a:gd name="connsiteX24" fmla="*/ 440093 w 1010931"/>
                <a:gd name="connsiteY24" fmla="*/ 801757 h 956049"/>
                <a:gd name="connsiteX25" fmla="*/ 570839 w 1010931"/>
                <a:gd name="connsiteY25" fmla="*/ 801757 h 956049"/>
                <a:gd name="connsiteX26" fmla="*/ 570839 w 1010931"/>
                <a:gd name="connsiteY26" fmla="*/ 912610 h 956049"/>
                <a:gd name="connsiteX27" fmla="*/ 967488 w 1010931"/>
                <a:gd name="connsiteY27" fmla="*/ 758319 h 956049"/>
                <a:gd name="connsiteX28" fmla="*/ 43445 w 1010931"/>
                <a:gd name="connsiteY28" fmla="*/ 758319 h 956049"/>
                <a:gd name="connsiteX29" fmla="*/ 43445 w 1010931"/>
                <a:gd name="connsiteY29" fmla="*/ 645073 h 956049"/>
                <a:gd name="connsiteX30" fmla="*/ 967488 w 1010931"/>
                <a:gd name="connsiteY30" fmla="*/ 645073 h 956049"/>
                <a:gd name="connsiteX31" fmla="*/ 967488 w 1010931"/>
                <a:gd name="connsiteY31" fmla="*/ 758319 h 956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0931" h="956049">
                  <a:moveTo>
                    <a:pt x="989204" y="0"/>
                  </a:moveTo>
                  <a:lnTo>
                    <a:pt x="21726" y="0"/>
                  </a:lnTo>
                  <a:cubicBezTo>
                    <a:pt x="9732" y="0"/>
                    <a:pt x="8" y="9724"/>
                    <a:pt x="8" y="21719"/>
                  </a:cubicBezTo>
                  <a:cubicBezTo>
                    <a:pt x="-16" y="137887"/>
                    <a:pt x="25" y="675742"/>
                    <a:pt x="8" y="780038"/>
                  </a:cubicBezTo>
                  <a:cubicBezTo>
                    <a:pt x="8" y="792033"/>
                    <a:pt x="9732" y="801757"/>
                    <a:pt x="21726" y="801757"/>
                  </a:cubicBezTo>
                  <a:lnTo>
                    <a:pt x="396656" y="801757"/>
                  </a:lnTo>
                  <a:lnTo>
                    <a:pt x="396656" y="912610"/>
                  </a:lnTo>
                  <a:lnTo>
                    <a:pt x="379591" y="912610"/>
                  </a:lnTo>
                  <a:cubicBezTo>
                    <a:pt x="350849" y="913722"/>
                    <a:pt x="350725" y="954881"/>
                    <a:pt x="379591" y="956049"/>
                  </a:cubicBezTo>
                  <a:cubicBezTo>
                    <a:pt x="432498" y="956049"/>
                    <a:pt x="578425" y="956049"/>
                    <a:pt x="631342" y="956049"/>
                  </a:cubicBezTo>
                  <a:cubicBezTo>
                    <a:pt x="660082" y="954938"/>
                    <a:pt x="660208" y="913777"/>
                    <a:pt x="631342" y="912610"/>
                  </a:cubicBezTo>
                  <a:lnTo>
                    <a:pt x="614278" y="912610"/>
                  </a:lnTo>
                  <a:lnTo>
                    <a:pt x="614278" y="801757"/>
                  </a:lnTo>
                  <a:lnTo>
                    <a:pt x="989204" y="801757"/>
                  </a:lnTo>
                  <a:cubicBezTo>
                    <a:pt x="1001206" y="801757"/>
                    <a:pt x="1010929" y="792033"/>
                    <a:pt x="1010929" y="780038"/>
                  </a:cubicBezTo>
                  <a:cubicBezTo>
                    <a:pt x="1010920" y="678434"/>
                    <a:pt x="1010939" y="134989"/>
                    <a:pt x="1010929" y="21719"/>
                  </a:cubicBezTo>
                  <a:cubicBezTo>
                    <a:pt x="1010929" y="9724"/>
                    <a:pt x="1001206" y="0"/>
                    <a:pt x="989204" y="0"/>
                  </a:cubicBezTo>
                  <a:close/>
                  <a:moveTo>
                    <a:pt x="43445" y="43438"/>
                  </a:moveTo>
                  <a:lnTo>
                    <a:pt x="967488" y="43438"/>
                  </a:lnTo>
                  <a:lnTo>
                    <a:pt x="967488" y="601634"/>
                  </a:lnTo>
                  <a:lnTo>
                    <a:pt x="43445" y="601634"/>
                  </a:lnTo>
                  <a:lnTo>
                    <a:pt x="43445" y="43438"/>
                  </a:lnTo>
                  <a:close/>
                  <a:moveTo>
                    <a:pt x="570839" y="912610"/>
                  </a:moveTo>
                  <a:lnTo>
                    <a:pt x="440093" y="912610"/>
                  </a:lnTo>
                  <a:lnTo>
                    <a:pt x="440093" y="801757"/>
                  </a:lnTo>
                  <a:lnTo>
                    <a:pt x="570839" y="801757"/>
                  </a:lnTo>
                  <a:lnTo>
                    <a:pt x="570839" y="912610"/>
                  </a:lnTo>
                  <a:close/>
                  <a:moveTo>
                    <a:pt x="967488" y="758319"/>
                  </a:moveTo>
                  <a:cubicBezTo>
                    <a:pt x="701645" y="758319"/>
                    <a:pt x="309245" y="758319"/>
                    <a:pt x="43445" y="758319"/>
                  </a:cubicBezTo>
                  <a:lnTo>
                    <a:pt x="43445" y="645073"/>
                  </a:lnTo>
                  <a:lnTo>
                    <a:pt x="967488" y="645073"/>
                  </a:lnTo>
                  <a:lnTo>
                    <a:pt x="967488" y="758319"/>
                  </a:lnTo>
                  <a:close/>
                </a:path>
              </a:pathLst>
            </a:custGeom>
            <a:solidFill>
              <a:srgbClr val="000000"/>
            </a:solidFill>
            <a:ln w="9436" cap="flat">
              <a:noFill/>
              <a:prstDash val="solid"/>
              <a:miter/>
            </a:ln>
          </p:spPr>
          <p:txBody>
            <a:bodyPr rtlCol="0" anchor="ctr"/>
            <a:lstStyle/>
            <a:p>
              <a:endParaRPr lang="en-US"/>
            </a:p>
          </p:txBody>
        </p:sp>
      </p:grpSp>
      <p:grpSp>
        <p:nvGrpSpPr>
          <p:cNvPr id="25" name="Group 24">
            <a:extLst>
              <a:ext uri="{FF2B5EF4-FFF2-40B4-BE49-F238E27FC236}">
                <a16:creationId xmlns:a16="http://schemas.microsoft.com/office/drawing/2014/main" id="{ECF91880-33D0-3714-7AF7-098FF1A14AF2}"/>
              </a:ext>
              <a:ext uri="{C183D7F6-B498-43B3-948B-1728B52AA6E4}">
                <adec:decorative xmlns:adec="http://schemas.microsoft.com/office/drawing/2017/decorative" val="1"/>
              </a:ext>
            </a:extLst>
          </p:cNvPr>
          <p:cNvGrpSpPr/>
          <p:nvPr userDrawn="1"/>
        </p:nvGrpSpPr>
        <p:grpSpPr>
          <a:xfrm>
            <a:off x="442831" y="3908606"/>
            <a:ext cx="408334" cy="290227"/>
            <a:chOff x="8853857" y="7502938"/>
            <a:chExt cx="1080135" cy="767714"/>
          </a:xfrm>
        </p:grpSpPr>
        <p:grpSp>
          <p:nvGrpSpPr>
            <p:cNvPr id="26" name="Graphic 6">
              <a:extLst>
                <a:ext uri="{FF2B5EF4-FFF2-40B4-BE49-F238E27FC236}">
                  <a16:creationId xmlns:a16="http://schemas.microsoft.com/office/drawing/2014/main" id="{C16B7293-C591-7CCA-9FB6-DBA4D33C5346}"/>
                </a:ext>
              </a:extLst>
            </p:cNvPr>
            <p:cNvGrpSpPr/>
            <p:nvPr/>
          </p:nvGrpSpPr>
          <p:grpSpPr>
            <a:xfrm>
              <a:off x="8853857" y="7620095"/>
              <a:ext cx="351483" cy="595312"/>
              <a:chOff x="8853857" y="7620095"/>
              <a:chExt cx="351483" cy="595312"/>
            </a:xfrm>
            <a:solidFill>
              <a:srgbClr val="000000"/>
            </a:solidFill>
          </p:grpSpPr>
          <p:sp>
            <p:nvSpPr>
              <p:cNvPr id="33" name="Freeform 32">
                <a:extLst>
                  <a:ext uri="{FF2B5EF4-FFF2-40B4-BE49-F238E27FC236}">
                    <a16:creationId xmlns:a16="http://schemas.microsoft.com/office/drawing/2014/main" id="{F5A5F3EB-AA31-A7D1-F3B7-3F9A58586ACB}"/>
                  </a:ext>
                </a:extLst>
              </p:cNvPr>
              <p:cNvSpPr/>
              <p:nvPr/>
            </p:nvSpPr>
            <p:spPr>
              <a:xfrm>
                <a:off x="8941487" y="7620095"/>
                <a:ext cx="254317" cy="251460"/>
              </a:xfrm>
              <a:custGeom>
                <a:avLst/>
                <a:gdLst>
                  <a:gd name="connsiteX0" fmla="*/ 127635 w 254317"/>
                  <a:gd name="connsiteY0" fmla="*/ 251460 h 251460"/>
                  <a:gd name="connsiteX1" fmla="*/ 254318 w 254317"/>
                  <a:gd name="connsiteY1" fmla="*/ 125730 h 251460"/>
                  <a:gd name="connsiteX2" fmla="*/ 127635 w 254317"/>
                  <a:gd name="connsiteY2" fmla="*/ 0 h 251460"/>
                  <a:gd name="connsiteX3" fmla="*/ 0 w 254317"/>
                  <a:gd name="connsiteY3" fmla="*/ 125730 h 251460"/>
                  <a:gd name="connsiteX4" fmla="*/ 127635 w 254317"/>
                  <a:gd name="connsiteY4" fmla="*/ 251460 h 251460"/>
                  <a:gd name="connsiteX5" fmla="*/ 40005 w 254317"/>
                  <a:gd name="connsiteY5" fmla="*/ 125730 h 251460"/>
                  <a:gd name="connsiteX6" fmla="*/ 127635 w 254317"/>
                  <a:gd name="connsiteY6" fmla="*/ 39053 h 251460"/>
                  <a:gd name="connsiteX7" fmla="*/ 215265 w 254317"/>
                  <a:gd name="connsiteY7" fmla="*/ 125730 h 251460"/>
                  <a:gd name="connsiteX8" fmla="*/ 127635 w 254317"/>
                  <a:gd name="connsiteY8" fmla="*/ 212408 h 251460"/>
                  <a:gd name="connsiteX9" fmla="*/ 40005 w 254317"/>
                  <a:gd name="connsiteY9" fmla="*/ 125730 h 25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317" h="251460">
                    <a:moveTo>
                      <a:pt x="127635" y="251460"/>
                    </a:moveTo>
                    <a:cubicBezTo>
                      <a:pt x="198120" y="251460"/>
                      <a:pt x="254318" y="195263"/>
                      <a:pt x="254318" y="125730"/>
                    </a:cubicBezTo>
                    <a:cubicBezTo>
                      <a:pt x="254318" y="56198"/>
                      <a:pt x="197168" y="0"/>
                      <a:pt x="127635" y="0"/>
                    </a:cubicBezTo>
                    <a:cubicBezTo>
                      <a:pt x="57150" y="0"/>
                      <a:pt x="0" y="56198"/>
                      <a:pt x="0" y="125730"/>
                    </a:cubicBezTo>
                    <a:cubicBezTo>
                      <a:pt x="0" y="195263"/>
                      <a:pt x="57150" y="251460"/>
                      <a:pt x="127635" y="251460"/>
                    </a:cubicBezTo>
                    <a:close/>
                    <a:moveTo>
                      <a:pt x="40005" y="125730"/>
                    </a:moveTo>
                    <a:cubicBezTo>
                      <a:pt x="40005" y="78105"/>
                      <a:pt x="79057" y="39053"/>
                      <a:pt x="127635" y="39053"/>
                    </a:cubicBezTo>
                    <a:cubicBezTo>
                      <a:pt x="176213" y="39053"/>
                      <a:pt x="215265" y="78105"/>
                      <a:pt x="215265" y="125730"/>
                    </a:cubicBezTo>
                    <a:cubicBezTo>
                      <a:pt x="215265" y="173355"/>
                      <a:pt x="176213" y="212408"/>
                      <a:pt x="127635" y="212408"/>
                    </a:cubicBezTo>
                    <a:cubicBezTo>
                      <a:pt x="79057" y="212408"/>
                      <a:pt x="40005" y="173355"/>
                      <a:pt x="40005" y="125730"/>
                    </a:cubicBezTo>
                    <a:close/>
                  </a:path>
                </a:pathLst>
              </a:custGeom>
              <a:solidFill>
                <a:srgbClr val="000000"/>
              </a:solidFill>
              <a:ln w="952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61975726-7EFC-EF83-9C54-5DED71FF1D31}"/>
                  </a:ext>
                </a:extLst>
              </p:cNvPr>
              <p:cNvSpPr/>
              <p:nvPr/>
            </p:nvSpPr>
            <p:spPr>
              <a:xfrm>
                <a:off x="8853857" y="7897273"/>
                <a:ext cx="351483" cy="318135"/>
              </a:xfrm>
              <a:custGeom>
                <a:avLst/>
                <a:gdLst>
                  <a:gd name="connsiteX0" fmla="*/ 343853 w 351483"/>
                  <a:gd name="connsiteY0" fmla="*/ 41910 h 318135"/>
                  <a:gd name="connsiteX1" fmla="*/ 215265 w 351483"/>
                  <a:gd name="connsiteY1" fmla="*/ 0 h 318135"/>
                  <a:gd name="connsiteX2" fmla="*/ 0 w 351483"/>
                  <a:gd name="connsiteY2" fmla="*/ 213360 h 318135"/>
                  <a:gd name="connsiteX3" fmla="*/ 0 w 351483"/>
                  <a:gd name="connsiteY3" fmla="*/ 270510 h 318135"/>
                  <a:gd name="connsiteX4" fmla="*/ 47625 w 351483"/>
                  <a:gd name="connsiteY4" fmla="*/ 318135 h 318135"/>
                  <a:gd name="connsiteX5" fmla="*/ 264795 w 351483"/>
                  <a:gd name="connsiteY5" fmla="*/ 318135 h 318135"/>
                  <a:gd name="connsiteX6" fmla="*/ 284798 w 351483"/>
                  <a:gd name="connsiteY6" fmla="*/ 298132 h 318135"/>
                  <a:gd name="connsiteX7" fmla="*/ 264795 w 351483"/>
                  <a:gd name="connsiteY7" fmla="*/ 277178 h 318135"/>
                  <a:gd name="connsiteX8" fmla="*/ 47625 w 351483"/>
                  <a:gd name="connsiteY8" fmla="*/ 277178 h 318135"/>
                  <a:gd name="connsiteX9" fmla="*/ 39053 w 351483"/>
                  <a:gd name="connsiteY9" fmla="*/ 269557 h 318135"/>
                  <a:gd name="connsiteX10" fmla="*/ 39053 w 351483"/>
                  <a:gd name="connsiteY10" fmla="*/ 212407 h 318135"/>
                  <a:gd name="connsiteX11" fmla="*/ 214313 w 351483"/>
                  <a:gd name="connsiteY11" fmla="*/ 39052 h 318135"/>
                  <a:gd name="connsiteX12" fmla="*/ 319088 w 351483"/>
                  <a:gd name="connsiteY12" fmla="*/ 73342 h 318135"/>
                  <a:gd name="connsiteX13" fmla="*/ 346710 w 351483"/>
                  <a:gd name="connsiteY13" fmla="*/ 69532 h 318135"/>
                  <a:gd name="connsiteX14" fmla="*/ 343853 w 351483"/>
                  <a:gd name="connsiteY14" fmla="*/ 41910 h 318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1483" h="318135">
                    <a:moveTo>
                      <a:pt x="343853" y="41910"/>
                    </a:moveTo>
                    <a:cubicBezTo>
                      <a:pt x="306705" y="14288"/>
                      <a:pt x="261938" y="0"/>
                      <a:pt x="215265" y="0"/>
                    </a:cubicBezTo>
                    <a:cubicBezTo>
                      <a:pt x="96203" y="0"/>
                      <a:pt x="0" y="95250"/>
                      <a:pt x="0" y="213360"/>
                    </a:cubicBezTo>
                    <a:lnTo>
                      <a:pt x="0" y="270510"/>
                    </a:lnTo>
                    <a:cubicBezTo>
                      <a:pt x="0" y="296228"/>
                      <a:pt x="20955" y="318135"/>
                      <a:pt x="47625" y="318135"/>
                    </a:cubicBezTo>
                    <a:lnTo>
                      <a:pt x="264795" y="318135"/>
                    </a:lnTo>
                    <a:cubicBezTo>
                      <a:pt x="275273" y="318135"/>
                      <a:pt x="284798" y="309563"/>
                      <a:pt x="284798" y="298132"/>
                    </a:cubicBezTo>
                    <a:cubicBezTo>
                      <a:pt x="284798" y="286703"/>
                      <a:pt x="276225" y="277178"/>
                      <a:pt x="264795" y="277178"/>
                    </a:cubicBezTo>
                    <a:lnTo>
                      <a:pt x="47625" y="277178"/>
                    </a:lnTo>
                    <a:cubicBezTo>
                      <a:pt x="42863" y="277178"/>
                      <a:pt x="39053" y="273367"/>
                      <a:pt x="39053" y="269557"/>
                    </a:cubicBezTo>
                    <a:lnTo>
                      <a:pt x="39053" y="212407"/>
                    </a:lnTo>
                    <a:cubicBezTo>
                      <a:pt x="39053" y="117157"/>
                      <a:pt x="118110" y="39052"/>
                      <a:pt x="214313" y="39052"/>
                    </a:cubicBezTo>
                    <a:cubicBezTo>
                      <a:pt x="252413" y="39052"/>
                      <a:pt x="288608" y="50482"/>
                      <a:pt x="319088" y="73342"/>
                    </a:cubicBezTo>
                    <a:cubicBezTo>
                      <a:pt x="327660" y="80010"/>
                      <a:pt x="340043" y="78105"/>
                      <a:pt x="346710" y="69532"/>
                    </a:cubicBezTo>
                    <a:cubicBezTo>
                      <a:pt x="354330" y="60007"/>
                      <a:pt x="352425" y="47625"/>
                      <a:pt x="343853" y="41910"/>
                    </a:cubicBezTo>
                    <a:close/>
                  </a:path>
                </a:pathLst>
              </a:custGeom>
              <a:solidFill>
                <a:srgbClr val="000000"/>
              </a:solidFill>
              <a:ln w="9525" cap="flat">
                <a:noFill/>
                <a:prstDash val="solid"/>
                <a:miter/>
              </a:ln>
            </p:spPr>
            <p:txBody>
              <a:bodyPr rtlCol="0" anchor="ctr"/>
              <a:lstStyle/>
              <a:p>
                <a:endParaRPr lang="en-US"/>
              </a:p>
            </p:txBody>
          </p:sp>
        </p:grpSp>
        <p:grpSp>
          <p:nvGrpSpPr>
            <p:cNvPr id="27" name="Graphic 6">
              <a:extLst>
                <a:ext uri="{FF2B5EF4-FFF2-40B4-BE49-F238E27FC236}">
                  <a16:creationId xmlns:a16="http://schemas.microsoft.com/office/drawing/2014/main" id="{6E66478E-B5F0-CAC2-ACE8-1466FE4D6825}"/>
                </a:ext>
              </a:extLst>
            </p:cNvPr>
            <p:cNvGrpSpPr/>
            <p:nvPr/>
          </p:nvGrpSpPr>
          <p:grpSpPr>
            <a:xfrm>
              <a:off x="9574657" y="7611523"/>
              <a:ext cx="359335" cy="589597"/>
              <a:chOff x="9574657" y="7611523"/>
              <a:chExt cx="359335" cy="589597"/>
            </a:xfrm>
            <a:solidFill>
              <a:srgbClr val="000000"/>
            </a:solidFill>
          </p:grpSpPr>
          <p:sp>
            <p:nvSpPr>
              <p:cNvPr id="31" name="Freeform 30">
                <a:extLst>
                  <a:ext uri="{FF2B5EF4-FFF2-40B4-BE49-F238E27FC236}">
                    <a16:creationId xmlns:a16="http://schemas.microsoft.com/office/drawing/2014/main" id="{209F2AF9-E16E-2069-0BD0-14DBB3263BD3}"/>
                  </a:ext>
                </a:extLst>
              </p:cNvPr>
              <p:cNvSpPr/>
              <p:nvPr/>
            </p:nvSpPr>
            <p:spPr>
              <a:xfrm>
                <a:off x="9574657" y="7883938"/>
                <a:ext cx="359335" cy="317182"/>
              </a:xfrm>
              <a:custGeom>
                <a:avLst/>
                <a:gdLst>
                  <a:gd name="connsiteX0" fmla="*/ 144070 w 359335"/>
                  <a:gd name="connsiteY0" fmla="*/ 0 h 317182"/>
                  <a:gd name="connsiteX1" fmla="*/ 7863 w 359335"/>
                  <a:gd name="connsiteY1" fmla="*/ 47625 h 317182"/>
                  <a:gd name="connsiteX2" fmla="*/ 243 w 359335"/>
                  <a:gd name="connsiteY2" fmla="*/ 60960 h 317182"/>
                  <a:gd name="connsiteX3" fmla="*/ 5005 w 359335"/>
                  <a:gd name="connsiteY3" fmla="*/ 75248 h 317182"/>
                  <a:gd name="connsiteX4" fmla="*/ 32628 w 359335"/>
                  <a:gd name="connsiteY4" fmla="*/ 78105 h 317182"/>
                  <a:gd name="connsiteX5" fmla="*/ 144070 w 359335"/>
                  <a:gd name="connsiteY5" fmla="*/ 39052 h 317182"/>
                  <a:gd name="connsiteX6" fmla="*/ 319330 w 359335"/>
                  <a:gd name="connsiteY6" fmla="*/ 212408 h 317182"/>
                  <a:gd name="connsiteX7" fmla="*/ 319330 w 359335"/>
                  <a:gd name="connsiteY7" fmla="*/ 269558 h 317182"/>
                  <a:gd name="connsiteX8" fmla="*/ 310758 w 359335"/>
                  <a:gd name="connsiteY8" fmla="*/ 277178 h 317182"/>
                  <a:gd name="connsiteX9" fmla="*/ 94540 w 359335"/>
                  <a:gd name="connsiteY9" fmla="*/ 277178 h 317182"/>
                  <a:gd name="connsiteX10" fmla="*/ 74538 w 359335"/>
                  <a:gd name="connsiteY10" fmla="*/ 297180 h 317182"/>
                  <a:gd name="connsiteX11" fmla="*/ 94540 w 359335"/>
                  <a:gd name="connsiteY11" fmla="*/ 317183 h 317182"/>
                  <a:gd name="connsiteX12" fmla="*/ 311710 w 359335"/>
                  <a:gd name="connsiteY12" fmla="*/ 317183 h 317182"/>
                  <a:gd name="connsiteX13" fmla="*/ 359335 w 359335"/>
                  <a:gd name="connsiteY13" fmla="*/ 269558 h 317182"/>
                  <a:gd name="connsiteX14" fmla="*/ 359335 w 359335"/>
                  <a:gd name="connsiteY14" fmla="*/ 212408 h 317182"/>
                  <a:gd name="connsiteX15" fmla="*/ 144070 w 359335"/>
                  <a:gd name="connsiteY15" fmla="*/ 0 h 31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9335" h="317182">
                    <a:moveTo>
                      <a:pt x="144070" y="0"/>
                    </a:moveTo>
                    <a:cubicBezTo>
                      <a:pt x="94540" y="0"/>
                      <a:pt x="45963" y="17145"/>
                      <a:pt x="7863" y="47625"/>
                    </a:cubicBezTo>
                    <a:cubicBezTo>
                      <a:pt x="4053" y="50482"/>
                      <a:pt x="1195" y="55245"/>
                      <a:pt x="243" y="60960"/>
                    </a:cubicBezTo>
                    <a:cubicBezTo>
                      <a:pt x="-710" y="65723"/>
                      <a:pt x="1195" y="71438"/>
                      <a:pt x="5005" y="75248"/>
                    </a:cubicBezTo>
                    <a:cubicBezTo>
                      <a:pt x="11673" y="83820"/>
                      <a:pt x="24055" y="84773"/>
                      <a:pt x="32628" y="78105"/>
                    </a:cubicBezTo>
                    <a:cubicBezTo>
                      <a:pt x="64060" y="52388"/>
                      <a:pt x="103113" y="39052"/>
                      <a:pt x="144070" y="39052"/>
                    </a:cubicBezTo>
                    <a:cubicBezTo>
                      <a:pt x="241225" y="39052"/>
                      <a:pt x="319330" y="117158"/>
                      <a:pt x="319330" y="212408"/>
                    </a:cubicBezTo>
                    <a:lnTo>
                      <a:pt x="319330" y="269558"/>
                    </a:lnTo>
                    <a:cubicBezTo>
                      <a:pt x="319330" y="274320"/>
                      <a:pt x="315520" y="277178"/>
                      <a:pt x="310758" y="277178"/>
                    </a:cubicBezTo>
                    <a:lnTo>
                      <a:pt x="94540" y="277178"/>
                    </a:lnTo>
                    <a:cubicBezTo>
                      <a:pt x="84063" y="277178"/>
                      <a:pt x="74538" y="285750"/>
                      <a:pt x="74538" y="297180"/>
                    </a:cubicBezTo>
                    <a:cubicBezTo>
                      <a:pt x="74538" y="308610"/>
                      <a:pt x="83110" y="317183"/>
                      <a:pt x="94540" y="317183"/>
                    </a:cubicBezTo>
                    <a:lnTo>
                      <a:pt x="311710" y="317183"/>
                    </a:lnTo>
                    <a:cubicBezTo>
                      <a:pt x="338380" y="317183"/>
                      <a:pt x="359335" y="296228"/>
                      <a:pt x="359335" y="269558"/>
                    </a:cubicBezTo>
                    <a:lnTo>
                      <a:pt x="359335" y="212408"/>
                    </a:lnTo>
                    <a:cubicBezTo>
                      <a:pt x="359335" y="95250"/>
                      <a:pt x="263133" y="0"/>
                      <a:pt x="144070" y="0"/>
                    </a:cubicBezTo>
                    <a:close/>
                  </a:path>
                </a:pathLst>
              </a:custGeom>
              <a:solidFill>
                <a:srgbClr val="000000"/>
              </a:solidFill>
              <a:ln w="952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FCC10A30-8E05-C977-5E71-BE8D40BCC761}"/>
                  </a:ext>
                </a:extLst>
              </p:cNvPr>
              <p:cNvSpPr/>
              <p:nvPr/>
            </p:nvSpPr>
            <p:spPr>
              <a:xfrm>
                <a:off x="9592045" y="7611523"/>
                <a:ext cx="254317" cy="251459"/>
              </a:xfrm>
              <a:custGeom>
                <a:avLst/>
                <a:gdLst>
                  <a:gd name="connsiteX0" fmla="*/ 126682 w 254317"/>
                  <a:gd name="connsiteY0" fmla="*/ 251460 h 251459"/>
                  <a:gd name="connsiteX1" fmla="*/ 254317 w 254317"/>
                  <a:gd name="connsiteY1" fmla="*/ 125730 h 251459"/>
                  <a:gd name="connsiteX2" fmla="*/ 126682 w 254317"/>
                  <a:gd name="connsiteY2" fmla="*/ 0 h 251459"/>
                  <a:gd name="connsiteX3" fmla="*/ 0 w 254317"/>
                  <a:gd name="connsiteY3" fmla="*/ 125730 h 251459"/>
                  <a:gd name="connsiteX4" fmla="*/ 126682 w 254317"/>
                  <a:gd name="connsiteY4" fmla="*/ 251460 h 251459"/>
                  <a:gd name="connsiteX5" fmla="*/ 39052 w 254317"/>
                  <a:gd name="connsiteY5" fmla="*/ 125730 h 251459"/>
                  <a:gd name="connsiteX6" fmla="*/ 126682 w 254317"/>
                  <a:gd name="connsiteY6" fmla="*/ 39053 h 251459"/>
                  <a:gd name="connsiteX7" fmla="*/ 214313 w 254317"/>
                  <a:gd name="connsiteY7" fmla="*/ 125730 h 251459"/>
                  <a:gd name="connsiteX8" fmla="*/ 126682 w 254317"/>
                  <a:gd name="connsiteY8" fmla="*/ 212408 h 251459"/>
                  <a:gd name="connsiteX9" fmla="*/ 39052 w 254317"/>
                  <a:gd name="connsiteY9" fmla="*/ 125730 h 25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317" h="251459">
                    <a:moveTo>
                      <a:pt x="126682" y="251460"/>
                    </a:moveTo>
                    <a:cubicBezTo>
                      <a:pt x="197167" y="251460"/>
                      <a:pt x="254317" y="195263"/>
                      <a:pt x="254317" y="125730"/>
                    </a:cubicBezTo>
                    <a:cubicBezTo>
                      <a:pt x="254317" y="56197"/>
                      <a:pt x="197167" y="0"/>
                      <a:pt x="126682" y="0"/>
                    </a:cubicBezTo>
                    <a:cubicBezTo>
                      <a:pt x="56197" y="0"/>
                      <a:pt x="0" y="56197"/>
                      <a:pt x="0" y="125730"/>
                    </a:cubicBezTo>
                    <a:cubicBezTo>
                      <a:pt x="0" y="195263"/>
                      <a:pt x="57150" y="251460"/>
                      <a:pt x="126682" y="251460"/>
                    </a:cubicBezTo>
                    <a:close/>
                    <a:moveTo>
                      <a:pt x="39052" y="125730"/>
                    </a:moveTo>
                    <a:cubicBezTo>
                      <a:pt x="39052" y="78105"/>
                      <a:pt x="78105" y="39053"/>
                      <a:pt x="126682" y="39053"/>
                    </a:cubicBezTo>
                    <a:cubicBezTo>
                      <a:pt x="175260" y="39053"/>
                      <a:pt x="214313" y="78105"/>
                      <a:pt x="214313" y="125730"/>
                    </a:cubicBezTo>
                    <a:cubicBezTo>
                      <a:pt x="214313" y="173355"/>
                      <a:pt x="175260" y="212408"/>
                      <a:pt x="126682" y="212408"/>
                    </a:cubicBezTo>
                    <a:cubicBezTo>
                      <a:pt x="78105" y="212408"/>
                      <a:pt x="39052" y="173355"/>
                      <a:pt x="39052" y="125730"/>
                    </a:cubicBezTo>
                    <a:close/>
                  </a:path>
                </a:pathLst>
              </a:custGeom>
              <a:solidFill>
                <a:srgbClr val="000000"/>
              </a:solidFill>
              <a:ln w="9525" cap="flat">
                <a:noFill/>
                <a:prstDash val="solid"/>
                <a:miter/>
              </a:ln>
            </p:spPr>
            <p:txBody>
              <a:bodyPr rtlCol="0" anchor="ctr"/>
              <a:lstStyle/>
              <a:p>
                <a:endParaRPr lang="en-US"/>
              </a:p>
            </p:txBody>
          </p:sp>
        </p:grpSp>
        <p:grpSp>
          <p:nvGrpSpPr>
            <p:cNvPr id="28" name="Graphic 6">
              <a:extLst>
                <a:ext uri="{FF2B5EF4-FFF2-40B4-BE49-F238E27FC236}">
                  <a16:creationId xmlns:a16="http://schemas.microsoft.com/office/drawing/2014/main" id="{F7BB8A40-C118-4F17-8034-85609C56FBDC}"/>
                </a:ext>
              </a:extLst>
            </p:cNvPr>
            <p:cNvGrpSpPr/>
            <p:nvPr/>
          </p:nvGrpSpPr>
          <p:grpSpPr>
            <a:xfrm>
              <a:off x="9099602" y="7502938"/>
              <a:ext cx="588645" cy="767714"/>
              <a:chOff x="9099602" y="7502938"/>
              <a:chExt cx="588645" cy="767714"/>
            </a:xfrm>
            <a:solidFill>
              <a:srgbClr val="7A003C"/>
            </a:solidFill>
          </p:grpSpPr>
          <p:sp>
            <p:nvSpPr>
              <p:cNvPr id="29" name="Freeform 28">
                <a:extLst>
                  <a:ext uri="{FF2B5EF4-FFF2-40B4-BE49-F238E27FC236}">
                    <a16:creationId xmlns:a16="http://schemas.microsoft.com/office/drawing/2014/main" id="{04F238B4-AF73-1E5C-AE39-FF4730FD9E1B}"/>
                  </a:ext>
                </a:extLst>
              </p:cNvPr>
              <p:cNvSpPr/>
              <p:nvPr/>
            </p:nvSpPr>
            <p:spPr>
              <a:xfrm>
                <a:off x="9099602" y="7840123"/>
                <a:ext cx="588645" cy="430529"/>
              </a:xfrm>
              <a:custGeom>
                <a:avLst/>
                <a:gdLst>
                  <a:gd name="connsiteX0" fmla="*/ 294323 w 588645"/>
                  <a:gd name="connsiteY0" fmla="*/ 0 h 430529"/>
                  <a:gd name="connsiteX1" fmla="*/ 0 w 588645"/>
                  <a:gd name="connsiteY1" fmla="*/ 291465 h 430529"/>
                  <a:gd name="connsiteX2" fmla="*/ 0 w 588645"/>
                  <a:gd name="connsiteY2" fmla="*/ 371475 h 430529"/>
                  <a:gd name="connsiteX3" fmla="*/ 59055 w 588645"/>
                  <a:gd name="connsiteY3" fmla="*/ 430530 h 430529"/>
                  <a:gd name="connsiteX4" fmla="*/ 529590 w 588645"/>
                  <a:gd name="connsiteY4" fmla="*/ 430530 h 430529"/>
                  <a:gd name="connsiteX5" fmla="*/ 588645 w 588645"/>
                  <a:gd name="connsiteY5" fmla="*/ 371475 h 430529"/>
                  <a:gd name="connsiteX6" fmla="*/ 588645 w 588645"/>
                  <a:gd name="connsiteY6" fmla="*/ 291465 h 430529"/>
                  <a:gd name="connsiteX7" fmla="*/ 294323 w 588645"/>
                  <a:gd name="connsiteY7" fmla="*/ 0 h 430529"/>
                  <a:gd name="connsiteX8" fmla="*/ 549593 w 588645"/>
                  <a:gd name="connsiteY8" fmla="*/ 291465 h 430529"/>
                  <a:gd name="connsiteX9" fmla="*/ 549593 w 588645"/>
                  <a:gd name="connsiteY9" fmla="*/ 371475 h 430529"/>
                  <a:gd name="connsiteX10" fmla="*/ 529590 w 588645"/>
                  <a:gd name="connsiteY10" fmla="*/ 390525 h 430529"/>
                  <a:gd name="connsiteX11" fmla="*/ 59055 w 588645"/>
                  <a:gd name="connsiteY11" fmla="*/ 390525 h 430529"/>
                  <a:gd name="connsiteX12" fmla="*/ 39053 w 588645"/>
                  <a:gd name="connsiteY12" fmla="*/ 371475 h 430529"/>
                  <a:gd name="connsiteX13" fmla="*/ 39053 w 588645"/>
                  <a:gd name="connsiteY13" fmla="*/ 291465 h 430529"/>
                  <a:gd name="connsiteX14" fmla="*/ 294323 w 588645"/>
                  <a:gd name="connsiteY14" fmla="*/ 39052 h 430529"/>
                  <a:gd name="connsiteX15" fmla="*/ 474345 w 588645"/>
                  <a:gd name="connsiteY15" fmla="*/ 113348 h 430529"/>
                  <a:gd name="connsiteX16" fmla="*/ 549593 w 588645"/>
                  <a:gd name="connsiteY16" fmla="*/ 291465 h 430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8645" h="430529">
                    <a:moveTo>
                      <a:pt x="294323" y="0"/>
                    </a:moveTo>
                    <a:cubicBezTo>
                      <a:pt x="131445" y="0"/>
                      <a:pt x="0" y="130492"/>
                      <a:pt x="0" y="291465"/>
                    </a:cubicBezTo>
                    <a:lnTo>
                      <a:pt x="0" y="371475"/>
                    </a:lnTo>
                    <a:cubicBezTo>
                      <a:pt x="0" y="403860"/>
                      <a:pt x="26670" y="430530"/>
                      <a:pt x="59055" y="430530"/>
                    </a:cubicBezTo>
                    <a:lnTo>
                      <a:pt x="529590" y="430530"/>
                    </a:lnTo>
                    <a:cubicBezTo>
                      <a:pt x="561975" y="430530"/>
                      <a:pt x="588645" y="403860"/>
                      <a:pt x="588645" y="371475"/>
                    </a:cubicBezTo>
                    <a:lnTo>
                      <a:pt x="588645" y="291465"/>
                    </a:lnTo>
                    <a:cubicBezTo>
                      <a:pt x="588645" y="130492"/>
                      <a:pt x="457200" y="0"/>
                      <a:pt x="294323" y="0"/>
                    </a:cubicBezTo>
                    <a:close/>
                    <a:moveTo>
                      <a:pt x="549593" y="291465"/>
                    </a:moveTo>
                    <a:lnTo>
                      <a:pt x="549593" y="371475"/>
                    </a:lnTo>
                    <a:cubicBezTo>
                      <a:pt x="549593" y="381953"/>
                      <a:pt x="541020" y="390525"/>
                      <a:pt x="529590" y="390525"/>
                    </a:cubicBezTo>
                    <a:lnTo>
                      <a:pt x="59055" y="390525"/>
                    </a:lnTo>
                    <a:cubicBezTo>
                      <a:pt x="48578" y="390525"/>
                      <a:pt x="39053" y="381953"/>
                      <a:pt x="39053" y="371475"/>
                    </a:cubicBezTo>
                    <a:lnTo>
                      <a:pt x="39053" y="291465"/>
                    </a:lnTo>
                    <a:cubicBezTo>
                      <a:pt x="39053" y="152400"/>
                      <a:pt x="153353" y="39052"/>
                      <a:pt x="294323" y="39052"/>
                    </a:cubicBezTo>
                    <a:cubicBezTo>
                      <a:pt x="361950" y="39052"/>
                      <a:pt x="426720" y="65722"/>
                      <a:pt x="474345" y="113348"/>
                    </a:cubicBezTo>
                    <a:cubicBezTo>
                      <a:pt x="522923" y="160973"/>
                      <a:pt x="549593" y="224790"/>
                      <a:pt x="549593" y="291465"/>
                    </a:cubicBezTo>
                    <a:close/>
                  </a:path>
                </a:pathLst>
              </a:custGeom>
              <a:solidFill>
                <a:srgbClr val="7A003C"/>
              </a:solidFill>
              <a:ln w="952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F2CCE94F-F1A6-C988-FBCE-9C3D27F34B9A}"/>
                  </a:ext>
                </a:extLst>
              </p:cNvPr>
              <p:cNvSpPr/>
              <p:nvPr/>
            </p:nvSpPr>
            <p:spPr>
              <a:xfrm>
                <a:off x="9225332" y="7502938"/>
                <a:ext cx="325755" cy="321944"/>
              </a:xfrm>
              <a:custGeom>
                <a:avLst/>
                <a:gdLst>
                  <a:gd name="connsiteX0" fmla="*/ 162878 w 325755"/>
                  <a:gd name="connsiteY0" fmla="*/ 321945 h 321944"/>
                  <a:gd name="connsiteX1" fmla="*/ 325755 w 325755"/>
                  <a:gd name="connsiteY1" fmla="*/ 160973 h 321944"/>
                  <a:gd name="connsiteX2" fmla="*/ 162878 w 325755"/>
                  <a:gd name="connsiteY2" fmla="*/ 0 h 321944"/>
                  <a:gd name="connsiteX3" fmla="*/ 0 w 325755"/>
                  <a:gd name="connsiteY3" fmla="*/ 160973 h 321944"/>
                  <a:gd name="connsiteX4" fmla="*/ 162878 w 325755"/>
                  <a:gd name="connsiteY4" fmla="*/ 321945 h 321944"/>
                  <a:gd name="connsiteX5" fmla="*/ 39053 w 325755"/>
                  <a:gd name="connsiteY5" fmla="*/ 160973 h 321944"/>
                  <a:gd name="connsiteX6" fmla="*/ 161925 w 325755"/>
                  <a:gd name="connsiteY6" fmla="*/ 39053 h 321944"/>
                  <a:gd name="connsiteX7" fmla="*/ 284797 w 325755"/>
                  <a:gd name="connsiteY7" fmla="*/ 160973 h 321944"/>
                  <a:gd name="connsiteX8" fmla="*/ 161925 w 325755"/>
                  <a:gd name="connsiteY8" fmla="*/ 282893 h 321944"/>
                  <a:gd name="connsiteX9" fmla="*/ 39053 w 325755"/>
                  <a:gd name="connsiteY9" fmla="*/ 160973 h 32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5755" h="321944">
                    <a:moveTo>
                      <a:pt x="162878" y="321945"/>
                    </a:moveTo>
                    <a:cubicBezTo>
                      <a:pt x="252413" y="321945"/>
                      <a:pt x="325755" y="249555"/>
                      <a:pt x="325755" y="160973"/>
                    </a:cubicBezTo>
                    <a:cubicBezTo>
                      <a:pt x="325755" y="72390"/>
                      <a:pt x="252413" y="0"/>
                      <a:pt x="162878" y="0"/>
                    </a:cubicBezTo>
                    <a:cubicBezTo>
                      <a:pt x="73343" y="0"/>
                      <a:pt x="0" y="71438"/>
                      <a:pt x="0" y="160973"/>
                    </a:cubicBezTo>
                    <a:cubicBezTo>
                      <a:pt x="0" y="249555"/>
                      <a:pt x="72390" y="321945"/>
                      <a:pt x="162878" y="321945"/>
                    </a:cubicBezTo>
                    <a:close/>
                    <a:moveTo>
                      <a:pt x="39053" y="160973"/>
                    </a:moveTo>
                    <a:cubicBezTo>
                      <a:pt x="39053" y="94298"/>
                      <a:pt x="94298" y="39053"/>
                      <a:pt x="161925" y="39053"/>
                    </a:cubicBezTo>
                    <a:cubicBezTo>
                      <a:pt x="229553" y="39053"/>
                      <a:pt x="284797" y="93345"/>
                      <a:pt x="284797" y="160973"/>
                    </a:cubicBezTo>
                    <a:cubicBezTo>
                      <a:pt x="284797" y="227648"/>
                      <a:pt x="229553" y="282893"/>
                      <a:pt x="161925" y="282893"/>
                    </a:cubicBezTo>
                    <a:cubicBezTo>
                      <a:pt x="94298" y="282893"/>
                      <a:pt x="39053" y="227648"/>
                      <a:pt x="39053" y="160973"/>
                    </a:cubicBezTo>
                    <a:close/>
                  </a:path>
                </a:pathLst>
              </a:custGeom>
              <a:solidFill>
                <a:srgbClr val="7A003C"/>
              </a:solidFill>
              <a:ln w="9525" cap="flat">
                <a:noFill/>
                <a:prstDash val="solid"/>
                <a:miter/>
              </a:ln>
            </p:spPr>
            <p:txBody>
              <a:bodyPr rtlCol="0" anchor="ctr"/>
              <a:lstStyle/>
              <a:p>
                <a:endParaRPr lang="en-US"/>
              </a:p>
            </p:txBody>
          </p:sp>
        </p:grpSp>
      </p:grpSp>
      <p:grpSp>
        <p:nvGrpSpPr>
          <p:cNvPr id="22" name="Group 21">
            <a:extLst>
              <a:ext uri="{FF2B5EF4-FFF2-40B4-BE49-F238E27FC236}">
                <a16:creationId xmlns:a16="http://schemas.microsoft.com/office/drawing/2014/main" id="{087B8675-2F57-5A36-48F7-A2E031E0C74A}"/>
              </a:ext>
              <a:ext uri="{C183D7F6-B498-43B3-948B-1728B52AA6E4}">
                <adec:decorative xmlns:adec="http://schemas.microsoft.com/office/drawing/2017/decorative" val="1"/>
              </a:ext>
            </a:extLst>
          </p:cNvPr>
          <p:cNvGrpSpPr/>
          <p:nvPr userDrawn="1"/>
        </p:nvGrpSpPr>
        <p:grpSpPr>
          <a:xfrm>
            <a:off x="462150" y="4976718"/>
            <a:ext cx="369696" cy="329868"/>
            <a:chOff x="7508988" y="7469512"/>
            <a:chExt cx="977928" cy="872576"/>
          </a:xfrm>
        </p:grpSpPr>
        <p:sp>
          <p:nvSpPr>
            <p:cNvPr id="23" name="Freeform 22">
              <a:extLst>
                <a:ext uri="{FF2B5EF4-FFF2-40B4-BE49-F238E27FC236}">
                  <a16:creationId xmlns:a16="http://schemas.microsoft.com/office/drawing/2014/main" id="{B1E22B78-E447-FED9-C623-5A0F5BE3518D}"/>
                </a:ext>
              </a:extLst>
            </p:cNvPr>
            <p:cNvSpPr/>
            <p:nvPr/>
          </p:nvSpPr>
          <p:spPr>
            <a:xfrm>
              <a:off x="7872822" y="7754396"/>
              <a:ext cx="251459" cy="251460"/>
            </a:xfrm>
            <a:custGeom>
              <a:avLst/>
              <a:gdLst>
                <a:gd name="connsiteX0" fmla="*/ 217170 w 251459"/>
                <a:gd name="connsiteY0" fmla="*/ 91440 h 251460"/>
                <a:gd name="connsiteX1" fmla="*/ 160020 w 251459"/>
                <a:gd name="connsiteY1" fmla="*/ 91440 h 251460"/>
                <a:gd name="connsiteX2" fmla="*/ 160020 w 251459"/>
                <a:gd name="connsiteY2" fmla="*/ 34290 h 251460"/>
                <a:gd name="connsiteX3" fmla="*/ 125730 w 251459"/>
                <a:gd name="connsiteY3" fmla="*/ 0 h 251460"/>
                <a:gd name="connsiteX4" fmla="*/ 91440 w 251459"/>
                <a:gd name="connsiteY4" fmla="*/ 34290 h 251460"/>
                <a:gd name="connsiteX5" fmla="*/ 91440 w 251459"/>
                <a:gd name="connsiteY5" fmla="*/ 91440 h 251460"/>
                <a:gd name="connsiteX6" fmla="*/ 34290 w 251459"/>
                <a:gd name="connsiteY6" fmla="*/ 91440 h 251460"/>
                <a:gd name="connsiteX7" fmla="*/ 0 w 251459"/>
                <a:gd name="connsiteY7" fmla="*/ 125730 h 251460"/>
                <a:gd name="connsiteX8" fmla="*/ 34290 w 251459"/>
                <a:gd name="connsiteY8" fmla="*/ 160020 h 251460"/>
                <a:gd name="connsiteX9" fmla="*/ 91440 w 251459"/>
                <a:gd name="connsiteY9" fmla="*/ 160020 h 251460"/>
                <a:gd name="connsiteX10" fmla="*/ 91440 w 251459"/>
                <a:gd name="connsiteY10" fmla="*/ 217170 h 251460"/>
                <a:gd name="connsiteX11" fmla="*/ 125730 w 251459"/>
                <a:gd name="connsiteY11" fmla="*/ 251460 h 251460"/>
                <a:gd name="connsiteX12" fmla="*/ 160020 w 251459"/>
                <a:gd name="connsiteY12" fmla="*/ 217170 h 251460"/>
                <a:gd name="connsiteX13" fmla="*/ 160020 w 251459"/>
                <a:gd name="connsiteY13" fmla="*/ 160020 h 251460"/>
                <a:gd name="connsiteX14" fmla="*/ 217170 w 251459"/>
                <a:gd name="connsiteY14" fmla="*/ 160020 h 251460"/>
                <a:gd name="connsiteX15" fmla="*/ 251460 w 251459"/>
                <a:gd name="connsiteY15" fmla="*/ 125730 h 251460"/>
                <a:gd name="connsiteX16" fmla="*/ 217170 w 251459"/>
                <a:gd name="connsiteY16" fmla="*/ 91440 h 25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1459" h="251460">
                  <a:moveTo>
                    <a:pt x="217170" y="91440"/>
                  </a:moveTo>
                  <a:lnTo>
                    <a:pt x="160020" y="91440"/>
                  </a:lnTo>
                  <a:lnTo>
                    <a:pt x="160020" y="34290"/>
                  </a:lnTo>
                  <a:cubicBezTo>
                    <a:pt x="160020" y="15240"/>
                    <a:pt x="144780" y="0"/>
                    <a:pt x="125730" y="0"/>
                  </a:cubicBezTo>
                  <a:cubicBezTo>
                    <a:pt x="106680" y="0"/>
                    <a:pt x="91440" y="15240"/>
                    <a:pt x="91440" y="34290"/>
                  </a:cubicBezTo>
                  <a:lnTo>
                    <a:pt x="91440" y="91440"/>
                  </a:lnTo>
                  <a:lnTo>
                    <a:pt x="34290" y="91440"/>
                  </a:lnTo>
                  <a:cubicBezTo>
                    <a:pt x="15240" y="91440"/>
                    <a:pt x="0" y="106680"/>
                    <a:pt x="0" y="125730"/>
                  </a:cubicBezTo>
                  <a:cubicBezTo>
                    <a:pt x="0" y="144780"/>
                    <a:pt x="15240" y="160020"/>
                    <a:pt x="34290" y="160020"/>
                  </a:cubicBezTo>
                  <a:lnTo>
                    <a:pt x="91440" y="160020"/>
                  </a:lnTo>
                  <a:lnTo>
                    <a:pt x="91440" y="217170"/>
                  </a:lnTo>
                  <a:cubicBezTo>
                    <a:pt x="91440" y="236220"/>
                    <a:pt x="106680" y="251460"/>
                    <a:pt x="125730" y="251460"/>
                  </a:cubicBezTo>
                  <a:cubicBezTo>
                    <a:pt x="144780" y="251460"/>
                    <a:pt x="160020" y="236220"/>
                    <a:pt x="160020" y="217170"/>
                  </a:cubicBezTo>
                  <a:lnTo>
                    <a:pt x="160020" y="160020"/>
                  </a:lnTo>
                  <a:lnTo>
                    <a:pt x="217170" y="160020"/>
                  </a:lnTo>
                  <a:cubicBezTo>
                    <a:pt x="236220" y="160020"/>
                    <a:pt x="251460" y="144780"/>
                    <a:pt x="251460" y="125730"/>
                  </a:cubicBezTo>
                  <a:cubicBezTo>
                    <a:pt x="251460" y="106680"/>
                    <a:pt x="236220" y="91440"/>
                    <a:pt x="217170" y="91440"/>
                  </a:cubicBezTo>
                  <a:close/>
                </a:path>
              </a:pathLst>
            </a:custGeom>
            <a:solidFill>
              <a:srgbClr val="7A003C"/>
            </a:solidFill>
            <a:ln w="952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83B33A4A-3E07-33B6-1AB6-081EDDA22781}"/>
                </a:ext>
              </a:extLst>
            </p:cNvPr>
            <p:cNvSpPr/>
            <p:nvPr/>
          </p:nvSpPr>
          <p:spPr>
            <a:xfrm>
              <a:off x="7508988" y="7469512"/>
              <a:ext cx="977928" cy="872576"/>
            </a:xfrm>
            <a:custGeom>
              <a:avLst/>
              <a:gdLst>
                <a:gd name="connsiteX0" fmla="*/ 489564 w 977928"/>
                <a:gd name="connsiteY0" fmla="*/ 872577 h 872576"/>
                <a:gd name="connsiteX1" fmla="*/ 467656 w 977928"/>
                <a:gd name="connsiteY1" fmla="*/ 863052 h 872576"/>
                <a:gd name="connsiteX2" fmla="*/ 87609 w 977928"/>
                <a:gd name="connsiteY2" fmla="*/ 483957 h 872576"/>
                <a:gd name="connsiteX3" fmla="*/ 59034 w 977928"/>
                <a:gd name="connsiteY3" fmla="*/ 102004 h 872576"/>
                <a:gd name="connsiteX4" fmla="*/ 260964 w 977928"/>
                <a:gd name="connsiteY4" fmla="*/ 87 h 872576"/>
                <a:gd name="connsiteX5" fmla="*/ 273346 w 977928"/>
                <a:gd name="connsiteY5" fmla="*/ 87 h 872576"/>
                <a:gd name="connsiteX6" fmla="*/ 470514 w 977928"/>
                <a:gd name="connsiteY6" fmla="*/ 82002 h 872576"/>
                <a:gd name="connsiteX7" fmla="*/ 506709 w 977928"/>
                <a:gd name="connsiteY7" fmla="*/ 82002 h 872576"/>
                <a:gd name="connsiteX8" fmla="*/ 716259 w 977928"/>
                <a:gd name="connsiteY8" fmla="*/ 87 h 872576"/>
                <a:gd name="connsiteX9" fmla="*/ 918189 w 977928"/>
                <a:gd name="connsiteY9" fmla="*/ 102004 h 872576"/>
                <a:gd name="connsiteX10" fmla="*/ 889614 w 977928"/>
                <a:gd name="connsiteY10" fmla="*/ 483957 h 872576"/>
                <a:gd name="connsiteX11" fmla="*/ 509566 w 977928"/>
                <a:gd name="connsiteY11" fmla="*/ 864004 h 872576"/>
                <a:gd name="connsiteX12" fmla="*/ 489564 w 977928"/>
                <a:gd name="connsiteY12" fmla="*/ 872577 h 872576"/>
                <a:gd name="connsiteX13" fmla="*/ 261916 w 977928"/>
                <a:gd name="connsiteY13" fmla="*/ 33424 h 872576"/>
                <a:gd name="connsiteX14" fmla="*/ 84751 w 977928"/>
                <a:gd name="connsiteY14" fmla="*/ 122959 h 872576"/>
                <a:gd name="connsiteX15" fmla="*/ 111421 w 977928"/>
                <a:gd name="connsiteY15" fmla="*/ 460144 h 872576"/>
                <a:gd name="connsiteX16" fmla="*/ 489564 w 977928"/>
                <a:gd name="connsiteY16" fmla="*/ 838287 h 872576"/>
                <a:gd name="connsiteX17" fmla="*/ 867706 w 977928"/>
                <a:gd name="connsiteY17" fmla="*/ 460144 h 872576"/>
                <a:gd name="connsiteX18" fmla="*/ 893424 w 977928"/>
                <a:gd name="connsiteY18" fmla="*/ 122959 h 872576"/>
                <a:gd name="connsiteX19" fmla="*/ 715306 w 977928"/>
                <a:gd name="connsiteY19" fmla="*/ 33424 h 872576"/>
                <a:gd name="connsiteX20" fmla="*/ 530521 w 977928"/>
                <a:gd name="connsiteY20" fmla="*/ 104862 h 872576"/>
                <a:gd name="connsiteX21" fmla="*/ 446701 w 977928"/>
                <a:gd name="connsiteY21" fmla="*/ 104862 h 872576"/>
                <a:gd name="connsiteX22" fmla="*/ 273346 w 977928"/>
                <a:gd name="connsiteY22" fmla="*/ 33424 h 872576"/>
                <a:gd name="connsiteX23" fmla="*/ 261916 w 977928"/>
                <a:gd name="connsiteY23" fmla="*/ 33424 h 87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77928" h="872576">
                  <a:moveTo>
                    <a:pt x="489564" y="872577"/>
                  </a:moveTo>
                  <a:cubicBezTo>
                    <a:pt x="481944" y="872577"/>
                    <a:pt x="474324" y="869719"/>
                    <a:pt x="467656" y="863052"/>
                  </a:cubicBezTo>
                  <a:lnTo>
                    <a:pt x="87609" y="483957"/>
                  </a:lnTo>
                  <a:cubicBezTo>
                    <a:pt x="-17166" y="379182"/>
                    <a:pt x="-29549" y="210589"/>
                    <a:pt x="59034" y="102004"/>
                  </a:cubicBezTo>
                  <a:cubicBezTo>
                    <a:pt x="110469" y="40092"/>
                    <a:pt x="182859" y="3897"/>
                    <a:pt x="260964" y="87"/>
                  </a:cubicBezTo>
                  <a:lnTo>
                    <a:pt x="273346" y="87"/>
                  </a:lnTo>
                  <a:cubicBezTo>
                    <a:pt x="346689" y="87"/>
                    <a:pt x="418126" y="29614"/>
                    <a:pt x="470514" y="82002"/>
                  </a:cubicBezTo>
                  <a:cubicBezTo>
                    <a:pt x="480991" y="92479"/>
                    <a:pt x="497184" y="92479"/>
                    <a:pt x="506709" y="82002"/>
                  </a:cubicBezTo>
                  <a:cubicBezTo>
                    <a:pt x="561001" y="27709"/>
                    <a:pt x="637201" y="-1818"/>
                    <a:pt x="716259" y="87"/>
                  </a:cubicBezTo>
                  <a:cubicBezTo>
                    <a:pt x="795316" y="3897"/>
                    <a:pt x="866754" y="40092"/>
                    <a:pt x="918189" y="102004"/>
                  </a:cubicBezTo>
                  <a:cubicBezTo>
                    <a:pt x="1007724" y="211542"/>
                    <a:pt x="995341" y="379182"/>
                    <a:pt x="889614" y="483957"/>
                  </a:cubicBezTo>
                  <a:lnTo>
                    <a:pt x="509566" y="864004"/>
                  </a:lnTo>
                  <a:cubicBezTo>
                    <a:pt x="504804" y="869719"/>
                    <a:pt x="497184" y="872577"/>
                    <a:pt x="489564" y="872577"/>
                  </a:cubicBezTo>
                  <a:close/>
                  <a:moveTo>
                    <a:pt x="261916" y="33424"/>
                  </a:moveTo>
                  <a:cubicBezTo>
                    <a:pt x="193336" y="36282"/>
                    <a:pt x="130471" y="68667"/>
                    <a:pt x="84751" y="122959"/>
                  </a:cubicBezTo>
                  <a:cubicBezTo>
                    <a:pt x="6646" y="219162"/>
                    <a:pt x="18076" y="366799"/>
                    <a:pt x="111421" y="460144"/>
                  </a:cubicBezTo>
                  <a:lnTo>
                    <a:pt x="489564" y="838287"/>
                  </a:lnTo>
                  <a:lnTo>
                    <a:pt x="867706" y="460144"/>
                  </a:lnTo>
                  <a:cubicBezTo>
                    <a:pt x="961051" y="366799"/>
                    <a:pt x="972481" y="219162"/>
                    <a:pt x="893424" y="122959"/>
                  </a:cubicBezTo>
                  <a:cubicBezTo>
                    <a:pt x="847704" y="68667"/>
                    <a:pt x="784839" y="37234"/>
                    <a:pt x="715306" y="33424"/>
                  </a:cubicBezTo>
                  <a:cubicBezTo>
                    <a:pt x="645774" y="31519"/>
                    <a:pt x="579099" y="57237"/>
                    <a:pt x="530521" y="104862"/>
                  </a:cubicBezTo>
                  <a:cubicBezTo>
                    <a:pt x="507661" y="127722"/>
                    <a:pt x="469561" y="127722"/>
                    <a:pt x="446701" y="104862"/>
                  </a:cubicBezTo>
                  <a:cubicBezTo>
                    <a:pt x="400981" y="59142"/>
                    <a:pt x="338116" y="33424"/>
                    <a:pt x="273346" y="33424"/>
                  </a:cubicBezTo>
                  <a:lnTo>
                    <a:pt x="261916" y="33424"/>
                  </a:lnTo>
                  <a:close/>
                </a:path>
              </a:pathLst>
            </a:custGeom>
            <a:solidFill>
              <a:srgbClr val="000000"/>
            </a:solidFill>
            <a:ln w="9525" cap="flat">
              <a:noFill/>
              <a:prstDash val="solid"/>
              <a:miter/>
            </a:ln>
          </p:spPr>
          <p:txBody>
            <a:bodyPr rtlCol="0" anchor="ctr"/>
            <a:lstStyle/>
            <a:p>
              <a:endParaRPr lang="en-US"/>
            </a:p>
          </p:txBody>
        </p:sp>
      </p:grpSp>
      <p:grpSp>
        <p:nvGrpSpPr>
          <p:cNvPr id="35" name="Group 34">
            <a:extLst>
              <a:ext uri="{FF2B5EF4-FFF2-40B4-BE49-F238E27FC236}">
                <a16:creationId xmlns:a16="http://schemas.microsoft.com/office/drawing/2014/main" id="{ED99DB0E-AD7D-0E2F-7FC8-D7DF0F926589}"/>
              </a:ext>
              <a:ext uri="{C183D7F6-B498-43B3-948B-1728B52AA6E4}">
                <adec:decorative xmlns:adec="http://schemas.microsoft.com/office/drawing/2017/decorative" val="1"/>
              </a:ext>
            </a:extLst>
          </p:cNvPr>
          <p:cNvGrpSpPr/>
          <p:nvPr userDrawn="1"/>
        </p:nvGrpSpPr>
        <p:grpSpPr>
          <a:xfrm>
            <a:off x="460934" y="5481877"/>
            <a:ext cx="372129" cy="406285"/>
            <a:chOff x="9446584" y="5459814"/>
            <a:chExt cx="984365" cy="1074715"/>
          </a:xfrm>
        </p:grpSpPr>
        <p:grpSp>
          <p:nvGrpSpPr>
            <p:cNvPr id="36" name="Group 35">
              <a:extLst>
                <a:ext uri="{FF2B5EF4-FFF2-40B4-BE49-F238E27FC236}">
                  <a16:creationId xmlns:a16="http://schemas.microsoft.com/office/drawing/2014/main" id="{C5EFC542-1B63-21B3-C6FA-FE13A0BE624F}"/>
                </a:ext>
              </a:extLst>
            </p:cNvPr>
            <p:cNvGrpSpPr/>
            <p:nvPr/>
          </p:nvGrpSpPr>
          <p:grpSpPr>
            <a:xfrm>
              <a:off x="9596465" y="5459814"/>
              <a:ext cx="707252" cy="706415"/>
              <a:chOff x="9596465" y="5459814"/>
              <a:chExt cx="707252" cy="706415"/>
            </a:xfrm>
          </p:grpSpPr>
          <p:sp>
            <p:nvSpPr>
              <p:cNvPr id="40" name="Freeform 39">
                <a:extLst>
                  <a:ext uri="{FF2B5EF4-FFF2-40B4-BE49-F238E27FC236}">
                    <a16:creationId xmlns:a16="http://schemas.microsoft.com/office/drawing/2014/main" id="{6CB27E12-5684-511C-C261-C771642C1EC6}"/>
                  </a:ext>
                </a:extLst>
              </p:cNvPr>
              <p:cNvSpPr/>
              <p:nvPr/>
            </p:nvSpPr>
            <p:spPr>
              <a:xfrm>
                <a:off x="9596465" y="5459814"/>
                <a:ext cx="234484" cy="233485"/>
              </a:xfrm>
              <a:custGeom>
                <a:avLst/>
                <a:gdLst>
                  <a:gd name="connsiteX0" fmla="*/ 94536 w 234484"/>
                  <a:gd name="connsiteY0" fmla="*/ 233485 h 233485"/>
                  <a:gd name="connsiteX1" fmla="*/ 92862 w 234484"/>
                  <a:gd name="connsiteY1" fmla="*/ 233485 h 233485"/>
                  <a:gd name="connsiteX2" fmla="*/ 79469 w 234484"/>
                  <a:gd name="connsiteY2" fmla="*/ 225952 h 233485"/>
                  <a:gd name="connsiteX3" fmla="*/ 3298 w 234484"/>
                  <a:gd name="connsiteY3" fmla="*/ 118810 h 233485"/>
                  <a:gd name="connsiteX4" fmla="*/ 4972 w 234484"/>
                  <a:gd name="connsiteY4" fmla="*/ 96210 h 233485"/>
                  <a:gd name="connsiteX5" fmla="*/ 97047 w 234484"/>
                  <a:gd name="connsiteY5" fmla="*/ 4972 h 233485"/>
                  <a:gd name="connsiteX6" fmla="*/ 119647 w 234484"/>
                  <a:gd name="connsiteY6" fmla="*/ 3298 h 233485"/>
                  <a:gd name="connsiteX7" fmla="*/ 226789 w 234484"/>
                  <a:gd name="connsiteY7" fmla="*/ 79469 h 233485"/>
                  <a:gd name="connsiteX8" fmla="*/ 234322 w 234484"/>
                  <a:gd name="connsiteY8" fmla="*/ 92862 h 233485"/>
                  <a:gd name="connsiteX9" fmla="*/ 229300 w 234484"/>
                  <a:gd name="connsiteY9" fmla="*/ 107091 h 233485"/>
                  <a:gd name="connsiteX10" fmla="*/ 107091 w 234484"/>
                  <a:gd name="connsiteY10" fmla="*/ 228463 h 233485"/>
                  <a:gd name="connsiteX11" fmla="*/ 94536 w 234484"/>
                  <a:gd name="connsiteY11" fmla="*/ 233485 h 233485"/>
                  <a:gd name="connsiteX12" fmla="*/ 40965 w 234484"/>
                  <a:gd name="connsiteY12" fmla="*/ 110440 h 233485"/>
                  <a:gd name="connsiteX13" fmla="*/ 96210 w 234484"/>
                  <a:gd name="connsiteY13" fmla="*/ 187448 h 233485"/>
                  <a:gd name="connsiteX14" fmla="*/ 188285 w 234484"/>
                  <a:gd name="connsiteY14" fmla="*/ 95373 h 233485"/>
                  <a:gd name="connsiteX15" fmla="*/ 111277 w 234484"/>
                  <a:gd name="connsiteY15" fmla="*/ 40128 h 233485"/>
                  <a:gd name="connsiteX16" fmla="*/ 40965 w 234484"/>
                  <a:gd name="connsiteY16" fmla="*/ 110440 h 23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484" h="233485">
                    <a:moveTo>
                      <a:pt x="94536" y="233485"/>
                    </a:moveTo>
                    <a:cubicBezTo>
                      <a:pt x="93699" y="233485"/>
                      <a:pt x="93699" y="233485"/>
                      <a:pt x="92862" y="233485"/>
                    </a:cubicBezTo>
                    <a:cubicBezTo>
                      <a:pt x="87839" y="232648"/>
                      <a:pt x="82817" y="230137"/>
                      <a:pt x="79469" y="225952"/>
                    </a:cubicBezTo>
                    <a:lnTo>
                      <a:pt x="3298" y="118810"/>
                    </a:lnTo>
                    <a:cubicBezTo>
                      <a:pt x="-1725" y="112114"/>
                      <a:pt x="-888" y="102069"/>
                      <a:pt x="4972" y="96210"/>
                    </a:cubicBezTo>
                    <a:lnTo>
                      <a:pt x="97047" y="4972"/>
                    </a:lnTo>
                    <a:cubicBezTo>
                      <a:pt x="102906" y="-888"/>
                      <a:pt x="112951" y="-1725"/>
                      <a:pt x="119647" y="3298"/>
                    </a:cubicBezTo>
                    <a:lnTo>
                      <a:pt x="226789" y="79469"/>
                    </a:lnTo>
                    <a:cubicBezTo>
                      <a:pt x="230974" y="82817"/>
                      <a:pt x="233485" y="87002"/>
                      <a:pt x="234322" y="92862"/>
                    </a:cubicBezTo>
                    <a:cubicBezTo>
                      <a:pt x="235159" y="97884"/>
                      <a:pt x="232648" y="102906"/>
                      <a:pt x="229300" y="107091"/>
                    </a:cubicBezTo>
                    <a:lnTo>
                      <a:pt x="107091" y="228463"/>
                    </a:lnTo>
                    <a:cubicBezTo>
                      <a:pt x="103743" y="231811"/>
                      <a:pt x="98721" y="233485"/>
                      <a:pt x="94536" y="233485"/>
                    </a:cubicBezTo>
                    <a:close/>
                    <a:moveTo>
                      <a:pt x="40965" y="110440"/>
                    </a:moveTo>
                    <a:lnTo>
                      <a:pt x="96210" y="187448"/>
                    </a:lnTo>
                    <a:lnTo>
                      <a:pt x="188285" y="95373"/>
                    </a:lnTo>
                    <a:lnTo>
                      <a:pt x="111277" y="40128"/>
                    </a:lnTo>
                    <a:lnTo>
                      <a:pt x="40965" y="110440"/>
                    </a:lnTo>
                    <a:close/>
                  </a:path>
                </a:pathLst>
              </a:custGeom>
              <a:solidFill>
                <a:srgbClr val="7A003C"/>
              </a:solidFill>
              <a:ln w="8370"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5A9954E3-61AC-1DBA-18FD-24745B406B74}"/>
                  </a:ext>
                </a:extLst>
              </p:cNvPr>
              <p:cNvSpPr/>
              <p:nvPr/>
            </p:nvSpPr>
            <p:spPr>
              <a:xfrm>
                <a:off x="10085249" y="5947761"/>
                <a:ext cx="218468" cy="218468"/>
              </a:xfrm>
              <a:custGeom>
                <a:avLst/>
                <a:gdLst>
                  <a:gd name="connsiteX0" fmla="*/ 108816 w 218468"/>
                  <a:gd name="connsiteY0" fmla="*/ 218469 h 218468"/>
                  <a:gd name="connsiteX1" fmla="*/ 96260 w 218468"/>
                  <a:gd name="connsiteY1" fmla="*/ 213447 h 218468"/>
                  <a:gd name="connsiteX2" fmla="*/ 5022 w 218468"/>
                  <a:gd name="connsiteY2" fmla="*/ 121372 h 218468"/>
                  <a:gd name="connsiteX3" fmla="*/ 0 w 218468"/>
                  <a:gd name="connsiteY3" fmla="*/ 108816 h 218468"/>
                  <a:gd name="connsiteX4" fmla="*/ 5022 w 218468"/>
                  <a:gd name="connsiteY4" fmla="*/ 96260 h 218468"/>
                  <a:gd name="connsiteX5" fmla="*/ 96260 w 218468"/>
                  <a:gd name="connsiteY5" fmla="*/ 5022 h 218468"/>
                  <a:gd name="connsiteX6" fmla="*/ 121372 w 218468"/>
                  <a:gd name="connsiteY6" fmla="*/ 5022 h 218468"/>
                  <a:gd name="connsiteX7" fmla="*/ 213447 w 218468"/>
                  <a:gd name="connsiteY7" fmla="*/ 96260 h 218468"/>
                  <a:gd name="connsiteX8" fmla="*/ 218469 w 218468"/>
                  <a:gd name="connsiteY8" fmla="*/ 108816 h 218468"/>
                  <a:gd name="connsiteX9" fmla="*/ 213447 w 218468"/>
                  <a:gd name="connsiteY9" fmla="*/ 121372 h 218468"/>
                  <a:gd name="connsiteX10" fmla="*/ 121372 w 218468"/>
                  <a:gd name="connsiteY10" fmla="*/ 213447 h 218468"/>
                  <a:gd name="connsiteX11" fmla="*/ 108816 w 218468"/>
                  <a:gd name="connsiteY11" fmla="*/ 218469 h 218468"/>
                  <a:gd name="connsiteX12" fmla="*/ 42689 w 218468"/>
                  <a:gd name="connsiteY12" fmla="*/ 108816 h 218468"/>
                  <a:gd name="connsiteX13" fmla="*/ 108816 w 218468"/>
                  <a:gd name="connsiteY13" fmla="*/ 174942 h 218468"/>
                  <a:gd name="connsiteX14" fmla="*/ 174943 w 218468"/>
                  <a:gd name="connsiteY14" fmla="*/ 108816 h 218468"/>
                  <a:gd name="connsiteX15" fmla="*/ 108816 w 218468"/>
                  <a:gd name="connsiteY15" fmla="*/ 42689 h 218468"/>
                  <a:gd name="connsiteX16" fmla="*/ 42689 w 218468"/>
                  <a:gd name="connsiteY16" fmla="*/ 108816 h 21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468" h="218468">
                    <a:moveTo>
                      <a:pt x="108816" y="218469"/>
                    </a:moveTo>
                    <a:cubicBezTo>
                      <a:pt x="104631" y="218469"/>
                      <a:pt x="99608" y="216795"/>
                      <a:pt x="96260" y="213447"/>
                    </a:cubicBezTo>
                    <a:lnTo>
                      <a:pt x="5022" y="121372"/>
                    </a:lnTo>
                    <a:cubicBezTo>
                      <a:pt x="1674" y="118023"/>
                      <a:pt x="0" y="113838"/>
                      <a:pt x="0" y="108816"/>
                    </a:cubicBezTo>
                    <a:cubicBezTo>
                      <a:pt x="0" y="103794"/>
                      <a:pt x="1674" y="99608"/>
                      <a:pt x="5022" y="96260"/>
                    </a:cubicBezTo>
                    <a:lnTo>
                      <a:pt x="96260" y="5022"/>
                    </a:lnTo>
                    <a:cubicBezTo>
                      <a:pt x="102957" y="-1674"/>
                      <a:pt x="114675" y="-1674"/>
                      <a:pt x="121372" y="5022"/>
                    </a:cubicBezTo>
                    <a:lnTo>
                      <a:pt x="213447" y="96260"/>
                    </a:lnTo>
                    <a:cubicBezTo>
                      <a:pt x="216795" y="99608"/>
                      <a:pt x="218469" y="103794"/>
                      <a:pt x="218469" y="108816"/>
                    </a:cubicBezTo>
                    <a:cubicBezTo>
                      <a:pt x="218469" y="113838"/>
                      <a:pt x="216795" y="118023"/>
                      <a:pt x="213447" y="121372"/>
                    </a:cubicBezTo>
                    <a:lnTo>
                      <a:pt x="121372" y="213447"/>
                    </a:lnTo>
                    <a:cubicBezTo>
                      <a:pt x="118023" y="216795"/>
                      <a:pt x="113838" y="218469"/>
                      <a:pt x="108816" y="218469"/>
                    </a:cubicBezTo>
                    <a:close/>
                    <a:moveTo>
                      <a:pt x="42689" y="108816"/>
                    </a:moveTo>
                    <a:lnTo>
                      <a:pt x="108816" y="174942"/>
                    </a:lnTo>
                    <a:lnTo>
                      <a:pt x="174943" y="108816"/>
                    </a:lnTo>
                    <a:lnTo>
                      <a:pt x="108816" y="42689"/>
                    </a:lnTo>
                    <a:lnTo>
                      <a:pt x="42689" y="108816"/>
                    </a:lnTo>
                    <a:close/>
                  </a:path>
                </a:pathLst>
              </a:custGeom>
              <a:solidFill>
                <a:srgbClr val="7A003C"/>
              </a:solidFill>
              <a:ln w="8370" cap="flat">
                <a:noFill/>
                <a:prstDash val="solid"/>
                <a:miter/>
              </a:ln>
            </p:spPr>
            <p:txBody>
              <a:bodyPr rtlCol="0" anchor="ctr"/>
              <a:lstStyle/>
              <a:p>
                <a:endParaRPr lang="en-US"/>
              </a:p>
            </p:txBody>
          </p:sp>
        </p:grpSp>
        <p:grpSp>
          <p:nvGrpSpPr>
            <p:cNvPr id="37" name="Graphic 102">
              <a:extLst>
                <a:ext uri="{FF2B5EF4-FFF2-40B4-BE49-F238E27FC236}">
                  <a16:creationId xmlns:a16="http://schemas.microsoft.com/office/drawing/2014/main" id="{25195CC2-F02F-955C-6361-89FADB668229}"/>
                </a:ext>
              </a:extLst>
            </p:cNvPr>
            <p:cNvGrpSpPr/>
            <p:nvPr/>
          </p:nvGrpSpPr>
          <p:grpSpPr>
            <a:xfrm>
              <a:off x="9446584" y="5523379"/>
              <a:ext cx="984365" cy="1011150"/>
              <a:chOff x="9446584" y="5523379"/>
              <a:chExt cx="984365" cy="1011150"/>
            </a:xfrm>
            <a:solidFill>
              <a:srgbClr val="000000"/>
            </a:solidFill>
          </p:grpSpPr>
          <p:sp>
            <p:nvSpPr>
              <p:cNvPr id="38" name="Freeform 37">
                <a:extLst>
                  <a:ext uri="{FF2B5EF4-FFF2-40B4-BE49-F238E27FC236}">
                    <a16:creationId xmlns:a16="http://schemas.microsoft.com/office/drawing/2014/main" id="{F9AB1C3C-0175-6841-D6B6-D00FB04B6ABF}"/>
                  </a:ext>
                </a:extLst>
              </p:cNvPr>
              <p:cNvSpPr/>
              <p:nvPr/>
            </p:nvSpPr>
            <p:spPr>
              <a:xfrm>
                <a:off x="9861758" y="6350380"/>
                <a:ext cx="65289" cy="65289"/>
              </a:xfrm>
              <a:custGeom>
                <a:avLst/>
                <a:gdLst>
                  <a:gd name="connsiteX0" fmla="*/ 65290 w 65289"/>
                  <a:gd name="connsiteY0" fmla="*/ 32645 h 65289"/>
                  <a:gd name="connsiteX1" fmla="*/ 32645 w 65289"/>
                  <a:gd name="connsiteY1" fmla="*/ 65290 h 65289"/>
                  <a:gd name="connsiteX2" fmla="*/ 0 w 65289"/>
                  <a:gd name="connsiteY2" fmla="*/ 32645 h 65289"/>
                  <a:gd name="connsiteX3" fmla="*/ 32645 w 65289"/>
                  <a:gd name="connsiteY3" fmla="*/ 0 h 65289"/>
                  <a:gd name="connsiteX4" fmla="*/ 65290 w 65289"/>
                  <a:gd name="connsiteY4" fmla="*/ 32645 h 65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89" h="65289">
                    <a:moveTo>
                      <a:pt x="65290" y="32645"/>
                    </a:moveTo>
                    <a:cubicBezTo>
                      <a:pt x="65290" y="50223"/>
                      <a:pt x="51060" y="65290"/>
                      <a:pt x="32645" y="65290"/>
                    </a:cubicBezTo>
                    <a:cubicBezTo>
                      <a:pt x="15067" y="65290"/>
                      <a:pt x="0" y="51060"/>
                      <a:pt x="0" y="32645"/>
                    </a:cubicBezTo>
                    <a:cubicBezTo>
                      <a:pt x="0" y="15067"/>
                      <a:pt x="14230" y="0"/>
                      <a:pt x="32645" y="0"/>
                    </a:cubicBezTo>
                    <a:cubicBezTo>
                      <a:pt x="51060" y="0"/>
                      <a:pt x="65290" y="15067"/>
                      <a:pt x="65290" y="32645"/>
                    </a:cubicBezTo>
                    <a:close/>
                  </a:path>
                </a:pathLst>
              </a:custGeom>
              <a:solidFill>
                <a:srgbClr val="000000"/>
              </a:solidFill>
              <a:ln w="8370"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088AFCFA-F290-98F5-E99C-08FA3BA9D58B}"/>
                  </a:ext>
                </a:extLst>
              </p:cNvPr>
              <p:cNvSpPr/>
              <p:nvPr/>
            </p:nvSpPr>
            <p:spPr>
              <a:xfrm>
                <a:off x="9446584" y="5523379"/>
                <a:ext cx="984365" cy="1011150"/>
              </a:xfrm>
              <a:custGeom>
                <a:avLst/>
                <a:gdLst>
                  <a:gd name="connsiteX0" fmla="*/ 965950 w 984365"/>
                  <a:gd name="connsiteY0" fmla="*/ 712326 h 1011150"/>
                  <a:gd name="connsiteX1" fmla="*/ 836208 w 984365"/>
                  <a:gd name="connsiteY1" fmla="*/ 712326 h 1011150"/>
                  <a:gd name="connsiteX2" fmla="*/ 750830 w 984365"/>
                  <a:gd name="connsiteY2" fmla="*/ 712326 h 1011150"/>
                  <a:gd name="connsiteX3" fmla="*/ 534872 w 984365"/>
                  <a:gd name="connsiteY3" fmla="*/ 712326 h 1011150"/>
                  <a:gd name="connsiteX4" fmla="*/ 363278 w 984365"/>
                  <a:gd name="connsiteY4" fmla="*/ 712326 h 1011150"/>
                  <a:gd name="connsiteX5" fmla="*/ 362441 w 984365"/>
                  <a:gd name="connsiteY5" fmla="*/ 712326 h 1011150"/>
                  <a:gd name="connsiteX6" fmla="*/ 298825 w 984365"/>
                  <a:gd name="connsiteY6" fmla="*/ 712326 h 1011150"/>
                  <a:gd name="connsiteX7" fmla="*/ 165735 w 984365"/>
                  <a:gd name="connsiteY7" fmla="*/ 579235 h 1011150"/>
                  <a:gd name="connsiteX8" fmla="*/ 298825 w 984365"/>
                  <a:gd name="connsiteY8" fmla="*/ 446145 h 1011150"/>
                  <a:gd name="connsiteX9" fmla="*/ 333144 w 984365"/>
                  <a:gd name="connsiteY9" fmla="*/ 446145 h 1011150"/>
                  <a:gd name="connsiteX10" fmla="*/ 427730 w 984365"/>
                  <a:gd name="connsiteY10" fmla="*/ 489672 h 1011150"/>
                  <a:gd name="connsiteX11" fmla="*/ 482975 w 984365"/>
                  <a:gd name="connsiteY11" fmla="*/ 476279 h 1011150"/>
                  <a:gd name="connsiteX12" fmla="*/ 567517 w 984365"/>
                  <a:gd name="connsiteY12" fmla="*/ 560820 h 1011150"/>
                  <a:gd name="connsiteX13" fmla="*/ 610206 w 984365"/>
                  <a:gd name="connsiteY13" fmla="*/ 578398 h 1011150"/>
                  <a:gd name="connsiteX14" fmla="*/ 652895 w 984365"/>
                  <a:gd name="connsiteY14" fmla="*/ 560820 h 1011150"/>
                  <a:gd name="connsiteX15" fmla="*/ 775104 w 984365"/>
                  <a:gd name="connsiteY15" fmla="*/ 438612 h 1011150"/>
                  <a:gd name="connsiteX16" fmla="*/ 792682 w 984365"/>
                  <a:gd name="connsiteY16" fmla="*/ 395923 h 1011150"/>
                  <a:gd name="connsiteX17" fmla="*/ 775104 w 984365"/>
                  <a:gd name="connsiteY17" fmla="*/ 353233 h 1011150"/>
                  <a:gd name="connsiteX18" fmla="*/ 440286 w 984365"/>
                  <a:gd name="connsiteY18" fmla="*/ 17578 h 1011150"/>
                  <a:gd name="connsiteX19" fmla="*/ 354070 w 984365"/>
                  <a:gd name="connsiteY19" fmla="*/ 17578 h 1011150"/>
                  <a:gd name="connsiteX20" fmla="*/ 231862 w 984365"/>
                  <a:gd name="connsiteY20" fmla="*/ 139787 h 1011150"/>
                  <a:gd name="connsiteX21" fmla="*/ 231862 w 984365"/>
                  <a:gd name="connsiteY21" fmla="*/ 226002 h 1011150"/>
                  <a:gd name="connsiteX22" fmla="*/ 287944 w 984365"/>
                  <a:gd name="connsiteY22" fmla="*/ 282084 h 1011150"/>
                  <a:gd name="connsiteX23" fmla="*/ 0 w 984365"/>
                  <a:gd name="connsiteY23" fmla="*/ 579235 h 1011150"/>
                  <a:gd name="connsiteX24" fmla="*/ 295477 w 984365"/>
                  <a:gd name="connsiteY24" fmla="*/ 877224 h 1011150"/>
                  <a:gd name="connsiteX25" fmla="*/ 262832 w 984365"/>
                  <a:gd name="connsiteY25" fmla="*/ 975995 h 1011150"/>
                  <a:gd name="connsiteX26" fmla="*/ 232699 w 984365"/>
                  <a:gd name="connsiteY26" fmla="*/ 975995 h 1011150"/>
                  <a:gd name="connsiteX27" fmla="*/ 215121 w 984365"/>
                  <a:gd name="connsiteY27" fmla="*/ 993573 h 1011150"/>
                  <a:gd name="connsiteX28" fmla="*/ 232699 w 984365"/>
                  <a:gd name="connsiteY28" fmla="*/ 1011151 h 1011150"/>
                  <a:gd name="connsiteX29" fmla="*/ 276225 w 984365"/>
                  <a:gd name="connsiteY29" fmla="*/ 1011151 h 1011150"/>
                  <a:gd name="connsiteX30" fmla="*/ 621088 w 984365"/>
                  <a:gd name="connsiteY30" fmla="*/ 1011151 h 1011150"/>
                  <a:gd name="connsiteX31" fmla="*/ 664614 w 984365"/>
                  <a:gd name="connsiteY31" fmla="*/ 1011151 h 1011150"/>
                  <a:gd name="connsiteX32" fmla="*/ 682192 w 984365"/>
                  <a:gd name="connsiteY32" fmla="*/ 993573 h 1011150"/>
                  <a:gd name="connsiteX33" fmla="*/ 664614 w 984365"/>
                  <a:gd name="connsiteY33" fmla="*/ 975995 h 1011150"/>
                  <a:gd name="connsiteX34" fmla="*/ 634480 w 984365"/>
                  <a:gd name="connsiteY34" fmla="*/ 975995 h 1011150"/>
                  <a:gd name="connsiteX35" fmla="*/ 602673 w 984365"/>
                  <a:gd name="connsiteY35" fmla="*/ 878061 h 1011150"/>
                  <a:gd name="connsiteX36" fmla="*/ 708141 w 984365"/>
                  <a:gd name="connsiteY36" fmla="*/ 878061 h 1011150"/>
                  <a:gd name="connsiteX37" fmla="*/ 853786 w 984365"/>
                  <a:gd name="connsiteY37" fmla="*/ 748319 h 1011150"/>
                  <a:gd name="connsiteX38" fmla="*/ 966788 w 984365"/>
                  <a:gd name="connsiteY38" fmla="*/ 748319 h 1011150"/>
                  <a:gd name="connsiteX39" fmla="*/ 984366 w 984365"/>
                  <a:gd name="connsiteY39" fmla="*/ 730741 h 1011150"/>
                  <a:gd name="connsiteX40" fmla="*/ 965950 w 984365"/>
                  <a:gd name="connsiteY40" fmla="*/ 712326 h 1011150"/>
                  <a:gd name="connsiteX41" fmla="*/ 358255 w 984365"/>
                  <a:gd name="connsiteY41" fmla="*/ 421871 h 1011150"/>
                  <a:gd name="connsiteX42" fmla="*/ 352396 w 984365"/>
                  <a:gd name="connsiteY42" fmla="*/ 413500 h 1011150"/>
                  <a:gd name="connsiteX43" fmla="*/ 337329 w 984365"/>
                  <a:gd name="connsiteY43" fmla="*/ 363278 h 1011150"/>
                  <a:gd name="connsiteX44" fmla="*/ 352396 w 984365"/>
                  <a:gd name="connsiteY44" fmla="*/ 313055 h 1011150"/>
                  <a:gd name="connsiteX45" fmla="*/ 358255 w 984365"/>
                  <a:gd name="connsiteY45" fmla="*/ 304685 h 1011150"/>
                  <a:gd name="connsiteX46" fmla="*/ 426893 w 984365"/>
                  <a:gd name="connsiteY46" fmla="*/ 272877 h 1011150"/>
                  <a:gd name="connsiteX47" fmla="*/ 517294 w 984365"/>
                  <a:gd name="connsiteY47" fmla="*/ 363278 h 1011150"/>
                  <a:gd name="connsiteX48" fmla="*/ 477116 w 984365"/>
                  <a:gd name="connsiteY48" fmla="*/ 438612 h 1011150"/>
                  <a:gd name="connsiteX49" fmla="*/ 475442 w 984365"/>
                  <a:gd name="connsiteY49" fmla="*/ 439449 h 1011150"/>
                  <a:gd name="connsiteX50" fmla="*/ 426893 w 984365"/>
                  <a:gd name="connsiteY50" fmla="*/ 453679 h 1011150"/>
                  <a:gd name="connsiteX51" fmla="*/ 358255 w 984365"/>
                  <a:gd name="connsiteY51" fmla="*/ 421871 h 1011150"/>
                  <a:gd name="connsiteX52" fmla="*/ 256973 w 984365"/>
                  <a:gd name="connsiteY52" fmla="*/ 164898 h 1011150"/>
                  <a:gd name="connsiteX53" fmla="*/ 379182 w 984365"/>
                  <a:gd name="connsiteY53" fmla="*/ 42689 h 1011150"/>
                  <a:gd name="connsiteX54" fmla="*/ 415175 w 984365"/>
                  <a:gd name="connsiteY54" fmla="*/ 42689 h 1011150"/>
                  <a:gd name="connsiteX55" fmla="*/ 750830 w 984365"/>
                  <a:gd name="connsiteY55" fmla="*/ 378345 h 1011150"/>
                  <a:gd name="connsiteX56" fmla="*/ 758363 w 984365"/>
                  <a:gd name="connsiteY56" fmla="*/ 395923 h 1011150"/>
                  <a:gd name="connsiteX57" fmla="*/ 750830 w 984365"/>
                  <a:gd name="connsiteY57" fmla="*/ 413500 h 1011150"/>
                  <a:gd name="connsiteX58" fmla="*/ 628621 w 984365"/>
                  <a:gd name="connsiteY58" fmla="*/ 535709 h 1011150"/>
                  <a:gd name="connsiteX59" fmla="*/ 592628 w 984365"/>
                  <a:gd name="connsiteY59" fmla="*/ 535709 h 1011150"/>
                  <a:gd name="connsiteX60" fmla="*/ 512272 w 984365"/>
                  <a:gd name="connsiteY60" fmla="*/ 455353 h 1011150"/>
                  <a:gd name="connsiteX61" fmla="*/ 552450 w 984365"/>
                  <a:gd name="connsiteY61" fmla="*/ 363278 h 1011150"/>
                  <a:gd name="connsiteX62" fmla="*/ 426893 w 984365"/>
                  <a:gd name="connsiteY62" fmla="*/ 237721 h 1011150"/>
                  <a:gd name="connsiteX63" fmla="*/ 334818 w 984365"/>
                  <a:gd name="connsiteY63" fmla="*/ 277899 h 1011150"/>
                  <a:gd name="connsiteX64" fmla="*/ 256973 w 984365"/>
                  <a:gd name="connsiteY64" fmla="*/ 200054 h 1011150"/>
                  <a:gd name="connsiteX65" fmla="*/ 256973 w 984365"/>
                  <a:gd name="connsiteY65" fmla="*/ 164898 h 1011150"/>
                  <a:gd name="connsiteX66" fmla="*/ 297988 w 984365"/>
                  <a:gd name="connsiteY66" fmla="*/ 842068 h 1011150"/>
                  <a:gd name="connsiteX67" fmla="*/ 35156 w 984365"/>
                  <a:gd name="connsiteY67" fmla="*/ 579235 h 1011150"/>
                  <a:gd name="connsiteX68" fmla="*/ 297988 w 984365"/>
                  <a:gd name="connsiteY68" fmla="*/ 316403 h 1011150"/>
                  <a:gd name="connsiteX69" fmla="*/ 310544 w 984365"/>
                  <a:gd name="connsiteY69" fmla="*/ 316403 h 1011150"/>
                  <a:gd name="connsiteX70" fmla="*/ 301336 w 984365"/>
                  <a:gd name="connsiteY70" fmla="*/ 363278 h 1011150"/>
                  <a:gd name="connsiteX71" fmla="*/ 310544 w 984365"/>
                  <a:gd name="connsiteY71" fmla="*/ 410152 h 1011150"/>
                  <a:gd name="connsiteX72" fmla="*/ 297988 w 984365"/>
                  <a:gd name="connsiteY72" fmla="*/ 410152 h 1011150"/>
                  <a:gd name="connsiteX73" fmla="*/ 128905 w 984365"/>
                  <a:gd name="connsiteY73" fmla="*/ 579235 h 1011150"/>
                  <a:gd name="connsiteX74" fmla="*/ 297988 w 984365"/>
                  <a:gd name="connsiteY74" fmla="*/ 748319 h 1011150"/>
                  <a:gd name="connsiteX75" fmla="*/ 337329 w 984365"/>
                  <a:gd name="connsiteY75" fmla="*/ 748319 h 1011150"/>
                  <a:gd name="connsiteX76" fmla="*/ 307196 w 984365"/>
                  <a:gd name="connsiteY76" fmla="*/ 842068 h 1011150"/>
                  <a:gd name="connsiteX77" fmla="*/ 297988 w 984365"/>
                  <a:gd name="connsiteY77" fmla="*/ 842068 h 1011150"/>
                  <a:gd name="connsiteX78" fmla="*/ 300499 w 984365"/>
                  <a:gd name="connsiteY78" fmla="*/ 975995 h 1011150"/>
                  <a:gd name="connsiteX79" fmla="*/ 374996 w 984365"/>
                  <a:gd name="connsiteY79" fmla="*/ 748319 h 1011150"/>
                  <a:gd name="connsiteX80" fmla="*/ 521479 w 984365"/>
                  <a:gd name="connsiteY80" fmla="*/ 748319 h 1011150"/>
                  <a:gd name="connsiteX81" fmla="*/ 595976 w 984365"/>
                  <a:gd name="connsiteY81" fmla="*/ 975995 h 1011150"/>
                  <a:gd name="connsiteX82" fmla="*/ 300499 w 984365"/>
                  <a:gd name="connsiteY82" fmla="*/ 975995 h 1011150"/>
                  <a:gd name="connsiteX83" fmla="*/ 707303 w 984365"/>
                  <a:gd name="connsiteY83" fmla="*/ 842068 h 1011150"/>
                  <a:gd name="connsiteX84" fmla="*/ 590117 w 984365"/>
                  <a:gd name="connsiteY84" fmla="*/ 842068 h 1011150"/>
                  <a:gd name="connsiteX85" fmla="*/ 559146 w 984365"/>
                  <a:gd name="connsiteY85" fmla="*/ 748319 h 1011150"/>
                  <a:gd name="connsiteX86" fmla="*/ 749993 w 984365"/>
                  <a:gd name="connsiteY86" fmla="*/ 748319 h 1011150"/>
                  <a:gd name="connsiteX87" fmla="*/ 816956 w 984365"/>
                  <a:gd name="connsiteY87" fmla="*/ 748319 h 1011150"/>
                  <a:gd name="connsiteX88" fmla="*/ 707303 w 984365"/>
                  <a:gd name="connsiteY88" fmla="*/ 842068 h 101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984365" h="1011150">
                    <a:moveTo>
                      <a:pt x="965950" y="712326"/>
                    </a:moveTo>
                    <a:lnTo>
                      <a:pt x="836208" y="712326"/>
                    </a:lnTo>
                    <a:lnTo>
                      <a:pt x="750830" y="712326"/>
                    </a:lnTo>
                    <a:lnTo>
                      <a:pt x="534872" y="712326"/>
                    </a:lnTo>
                    <a:lnTo>
                      <a:pt x="363278" y="712326"/>
                    </a:lnTo>
                    <a:lnTo>
                      <a:pt x="362441" y="712326"/>
                    </a:lnTo>
                    <a:lnTo>
                      <a:pt x="298825" y="712326"/>
                    </a:lnTo>
                    <a:cubicBezTo>
                      <a:pt x="225165" y="712326"/>
                      <a:pt x="165735" y="652895"/>
                      <a:pt x="165735" y="579235"/>
                    </a:cubicBezTo>
                    <a:cubicBezTo>
                      <a:pt x="165735" y="505575"/>
                      <a:pt x="225165" y="446145"/>
                      <a:pt x="298825" y="446145"/>
                    </a:cubicBezTo>
                    <a:lnTo>
                      <a:pt x="333144" y="446145"/>
                    </a:lnTo>
                    <a:cubicBezTo>
                      <a:pt x="356581" y="472931"/>
                      <a:pt x="390063" y="489672"/>
                      <a:pt x="427730" y="489672"/>
                    </a:cubicBezTo>
                    <a:cubicBezTo>
                      <a:pt x="447819" y="489672"/>
                      <a:pt x="466234" y="484649"/>
                      <a:pt x="482975" y="476279"/>
                    </a:cubicBezTo>
                    <a:lnTo>
                      <a:pt x="567517" y="560820"/>
                    </a:lnTo>
                    <a:cubicBezTo>
                      <a:pt x="579236" y="572539"/>
                      <a:pt x="594302" y="578398"/>
                      <a:pt x="610206" y="578398"/>
                    </a:cubicBezTo>
                    <a:cubicBezTo>
                      <a:pt x="626110" y="578398"/>
                      <a:pt x="642014" y="571702"/>
                      <a:pt x="652895" y="560820"/>
                    </a:cubicBezTo>
                    <a:lnTo>
                      <a:pt x="775104" y="438612"/>
                    </a:lnTo>
                    <a:cubicBezTo>
                      <a:pt x="786823" y="426893"/>
                      <a:pt x="792682" y="411826"/>
                      <a:pt x="792682" y="395923"/>
                    </a:cubicBezTo>
                    <a:cubicBezTo>
                      <a:pt x="792682" y="380019"/>
                      <a:pt x="785986" y="364115"/>
                      <a:pt x="775104" y="353233"/>
                    </a:cubicBezTo>
                    <a:lnTo>
                      <a:pt x="440286" y="17578"/>
                    </a:lnTo>
                    <a:cubicBezTo>
                      <a:pt x="416849" y="-5859"/>
                      <a:pt x="377508" y="-5859"/>
                      <a:pt x="354070" y="17578"/>
                    </a:cubicBezTo>
                    <a:lnTo>
                      <a:pt x="231862" y="139787"/>
                    </a:lnTo>
                    <a:cubicBezTo>
                      <a:pt x="208424" y="163224"/>
                      <a:pt x="208424" y="202565"/>
                      <a:pt x="231862" y="226002"/>
                    </a:cubicBezTo>
                    <a:lnTo>
                      <a:pt x="287944" y="282084"/>
                    </a:lnTo>
                    <a:cubicBezTo>
                      <a:pt x="128068" y="287107"/>
                      <a:pt x="0" y="418523"/>
                      <a:pt x="0" y="579235"/>
                    </a:cubicBezTo>
                    <a:cubicBezTo>
                      <a:pt x="0" y="742459"/>
                      <a:pt x="132253" y="875550"/>
                      <a:pt x="295477" y="877224"/>
                    </a:cubicBezTo>
                    <a:lnTo>
                      <a:pt x="262832" y="975995"/>
                    </a:lnTo>
                    <a:lnTo>
                      <a:pt x="232699" y="975995"/>
                    </a:lnTo>
                    <a:cubicBezTo>
                      <a:pt x="222654" y="975995"/>
                      <a:pt x="215121" y="984365"/>
                      <a:pt x="215121" y="993573"/>
                    </a:cubicBezTo>
                    <a:cubicBezTo>
                      <a:pt x="215121" y="1002780"/>
                      <a:pt x="223491" y="1011151"/>
                      <a:pt x="232699" y="1011151"/>
                    </a:cubicBezTo>
                    <a:lnTo>
                      <a:pt x="276225" y="1011151"/>
                    </a:lnTo>
                    <a:lnTo>
                      <a:pt x="621088" y="1011151"/>
                    </a:lnTo>
                    <a:lnTo>
                      <a:pt x="664614" y="1011151"/>
                    </a:lnTo>
                    <a:cubicBezTo>
                      <a:pt x="674659" y="1011151"/>
                      <a:pt x="682192" y="1002780"/>
                      <a:pt x="682192" y="993573"/>
                    </a:cubicBezTo>
                    <a:cubicBezTo>
                      <a:pt x="682192" y="984365"/>
                      <a:pt x="673822" y="975995"/>
                      <a:pt x="664614" y="975995"/>
                    </a:cubicBezTo>
                    <a:lnTo>
                      <a:pt x="634480" y="975995"/>
                    </a:lnTo>
                    <a:lnTo>
                      <a:pt x="602673" y="878061"/>
                    </a:lnTo>
                    <a:lnTo>
                      <a:pt x="708141" y="878061"/>
                    </a:lnTo>
                    <a:cubicBezTo>
                      <a:pt x="783475" y="878061"/>
                      <a:pt x="845416" y="821142"/>
                      <a:pt x="853786" y="748319"/>
                    </a:cubicBezTo>
                    <a:lnTo>
                      <a:pt x="966788" y="748319"/>
                    </a:lnTo>
                    <a:cubicBezTo>
                      <a:pt x="976832" y="748319"/>
                      <a:pt x="984366" y="739948"/>
                      <a:pt x="984366" y="730741"/>
                    </a:cubicBezTo>
                    <a:cubicBezTo>
                      <a:pt x="984366" y="721533"/>
                      <a:pt x="975995" y="712326"/>
                      <a:pt x="965950" y="712326"/>
                    </a:cubicBezTo>
                    <a:close/>
                    <a:moveTo>
                      <a:pt x="358255" y="421871"/>
                    </a:moveTo>
                    <a:cubicBezTo>
                      <a:pt x="357418" y="418523"/>
                      <a:pt x="354907" y="416012"/>
                      <a:pt x="352396" y="413500"/>
                    </a:cubicBezTo>
                    <a:cubicBezTo>
                      <a:pt x="342352" y="399271"/>
                      <a:pt x="337329" y="381693"/>
                      <a:pt x="337329" y="363278"/>
                    </a:cubicBezTo>
                    <a:cubicBezTo>
                      <a:pt x="337329" y="344863"/>
                      <a:pt x="343189" y="327285"/>
                      <a:pt x="352396" y="313055"/>
                    </a:cubicBezTo>
                    <a:cubicBezTo>
                      <a:pt x="354907" y="311381"/>
                      <a:pt x="357418" y="308033"/>
                      <a:pt x="358255" y="304685"/>
                    </a:cubicBezTo>
                    <a:cubicBezTo>
                      <a:pt x="374996" y="285433"/>
                      <a:pt x="399271" y="272877"/>
                      <a:pt x="426893" y="272877"/>
                    </a:cubicBezTo>
                    <a:cubicBezTo>
                      <a:pt x="476279" y="272877"/>
                      <a:pt x="517294" y="313055"/>
                      <a:pt x="517294" y="363278"/>
                    </a:cubicBezTo>
                    <a:cubicBezTo>
                      <a:pt x="517294" y="394248"/>
                      <a:pt x="501390" y="421871"/>
                      <a:pt x="477116" y="438612"/>
                    </a:cubicBezTo>
                    <a:cubicBezTo>
                      <a:pt x="476279" y="438612"/>
                      <a:pt x="476279" y="439449"/>
                      <a:pt x="475442" y="439449"/>
                    </a:cubicBezTo>
                    <a:cubicBezTo>
                      <a:pt x="461212" y="448656"/>
                      <a:pt x="445308" y="453679"/>
                      <a:pt x="426893" y="453679"/>
                    </a:cubicBezTo>
                    <a:cubicBezTo>
                      <a:pt x="399271" y="453679"/>
                      <a:pt x="374996" y="441123"/>
                      <a:pt x="358255" y="421871"/>
                    </a:cubicBezTo>
                    <a:close/>
                    <a:moveTo>
                      <a:pt x="256973" y="164898"/>
                    </a:moveTo>
                    <a:lnTo>
                      <a:pt x="379182" y="42689"/>
                    </a:lnTo>
                    <a:cubicBezTo>
                      <a:pt x="389226" y="32645"/>
                      <a:pt x="405130" y="32645"/>
                      <a:pt x="415175" y="42689"/>
                    </a:cubicBezTo>
                    <a:lnTo>
                      <a:pt x="750830" y="378345"/>
                    </a:lnTo>
                    <a:cubicBezTo>
                      <a:pt x="755852" y="383367"/>
                      <a:pt x="758363" y="389226"/>
                      <a:pt x="758363" y="395923"/>
                    </a:cubicBezTo>
                    <a:cubicBezTo>
                      <a:pt x="758363" y="402619"/>
                      <a:pt x="755852" y="409315"/>
                      <a:pt x="750830" y="413500"/>
                    </a:cubicBezTo>
                    <a:lnTo>
                      <a:pt x="628621" y="535709"/>
                    </a:lnTo>
                    <a:cubicBezTo>
                      <a:pt x="619414" y="544917"/>
                      <a:pt x="602673" y="544917"/>
                      <a:pt x="592628" y="535709"/>
                    </a:cubicBezTo>
                    <a:lnTo>
                      <a:pt x="512272" y="455353"/>
                    </a:lnTo>
                    <a:cubicBezTo>
                      <a:pt x="537383" y="432753"/>
                      <a:pt x="552450" y="399271"/>
                      <a:pt x="552450" y="363278"/>
                    </a:cubicBezTo>
                    <a:cubicBezTo>
                      <a:pt x="552450" y="293803"/>
                      <a:pt x="496368" y="237721"/>
                      <a:pt x="426893" y="237721"/>
                    </a:cubicBezTo>
                    <a:cubicBezTo>
                      <a:pt x="390900" y="237721"/>
                      <a:pt x="357418" y="253625"/>
                      <a:pt x="334818" y="277899"/>
                    </a:cubicBezTo>
                    <a:lnTo>
                      <a:pt x="256973" y="200054"/>
                    </a:lnTo>
                    <a:cubicBezTo>
                      <a:pt x="246928" y="190846"/>
                      <a:pt x="246928" y="174105"/>
                      <a:pt x="256973" y="164898"/>
                    </a:cubicBezTo>
                    <a:close/>
                    <a:moveTo>
                      <a:pt x="297988" y="842068"/>
                    </a:moveTo>
                    <a:cubicBezTo>
                      <a:pt x="153179" y="842068"/>
                      <a:pt x="35156" y="724044"/>
                      <a:pt x="35156" y="579235"/>
                    </a:cubicBezTo>
                    <a:cubicBezTo>
                      <a:pt x="35156" y="434427"/>
                      <a:pt x="153179" y="316403"/>
                      <a:pt x="297988" y="316403"/>
                    </a:cubicBezTo>
                    <a:lnTo>
                      <a:pt x="310544" y="316403"/>
                    </a:lnTo>
                    <a:cubicBezTo>
                      <a:pt x="304685" y="330633"/>
                      <a:pt x="301336" y="346537"/>
                      <a:pt x="301336" y="363278"/>
                    </a:cubicBezTo>
                    <a:cubicBezTo>
                      <a:pt x="301336" y="380019"/>
                      <a:pt x="304685" y="395923"/>
                      <a:pt x="310544" y="410152"/>
                    </a:cubicBezTo>
                    <a:lnTo>
                      <a:pt x="297988" y="410152"/>
                    </a:lnTo>
                    <a:cubicBezTo>
                      <a:pt x="205076" y="410152"/>
                      <a:pt x="128905" y="485486"/>
                      <a:pt x="128905" y="579235"/>
                    </a:cubicBezTo>
                    <a:cubicBezTo>
                      <a:pt x="128905" y="672148"/>
                      <a:pt x="204239" y="748319"/>
                      <a:pt x="297988" y="748319"/>
                    </a:cubicBezTo>
                    <a:lnTo>
                      <a:pt x="337329" y="748319"/>
                    </a:lnTo>
                    <a:lnTo>
                      <a:pt x="307196" y="842068"/>
                    </a:lnTo>
                    <a:lnTo>
                      <a:pt x="297988" y="842068"/>
                    </a:lnTo>
                    <a:close/>
                    <a:moveTo>
                      <a:pt x="300499" y="975995"/>
                    </a:moveTo>
                    <a:lnTo>
                      <a:pt x="374996" y="748319"/>
                    </a:lnTo>
                    <a:lnTo>
                      <a:pt x="521479" y="748319"/>
                    </a:lnTo>
                    <a:lnTo>
                      <a:pt x="595976" y="975995"/>
                    </a:lnTo>
                    <a:lnTo>
                      <a:pt x="300499" y="975995"/>
                    </a:lnTo>
                    <a:close/>
                    <a:moveTo>
                      <a:pt x="707303" y="842068"/>
                    </a:moveTo>
                    <a:lnTo>
                      <a:pt x="590117" y="842068"/>
                    </a:lnTo>
                    <a:lnTo>
                      <a:pt x="559146" y="748319"/>
                    </a:lnTo>
                    <a:lnTo>
                      <a:pt x="749993" y="748319"/>
                    </a:lnTo>
                    <a:lnTo>
                      <a:pt x="816956" y="748319"/>
                    </a:lnTo>
                    <a:cubicBezTo>
                      <a:pt x="809423" y="801053"/>
                      <a:pt x="762548" y="842068"/>
                      <a:pt x="707303" y="842068"/>
                    </a:cubicBezTo>
                    <a:close/>
                  </a:path>
                </a:pathLst>
              </a:custGeom>
              <a:solidFill>
                <a:srgbClr val="000000"/>
              </a:solidFill>
              <a:ln w="8370" cap="flat">
                <a:noFill/>
                <a:prstDash val="solid"/>
                <a:miter/>
              </a:ln>
            </p:spPr>
            <p:txBody>
              <a:bodyPr rtlCol="0" anchor="ctr"/>
              <a:lstStyle/>
              <a:p>
                <a:endParaRPr lang="en-US"/>
              </a:p>
            </p:txBody>
          </p:sp>
        </p:grpSp>
      </p:grpSp>
      <p:grpSp>
        <p:nvGrpSpPr>
          <p:cNvPr id="42" name="Group 41">
            <a:extLst>
              <a:ext uri="{FF2B5EF4-FFF2-40B4-BE49-F238E27FC236}">
                <a16:creationId xmlns:a16="http://schemas.microsoft.com/office/drawing/2014/main" id="{E8B14888-2F3B-3229-995D-C8F33BB79169}"/>
              </a:ext>
              <a:ext uri="{C183D7F6-B498-43B3-948B-1728B52AA6E4}">
                <adec:decorative xmlns:adec="http://schemas.microsoft.com/office/drawing/2017/decorative" val="1"/>
              </a:ext>
            </a:extLst>
          </p:cNvPr>
          <p:cNvGrpSpPr/>
          <p:nvPr userDrawn="1"/>
        </p:nvGrpSpPr>
        <p:grpSpPr>
          <a:xfrm>
            <a:off x="489522" y="6684168"/>
            <a:ext cx="314952" cy="375796"/>
            <a:chOff x="2791549" y="3626522"/>
            <a:chExt cx="833120" cy="994064"/>
          </a:xfrm>
        </p:grpSpPr>
        <p:grpSp>
          <p:nvGrpSpPr>
            <p:cNvPr id="43" name="Group 42">
              <a:extLst>
                <a:ext uri="{FF2B5EF4-FFF2-40B4-BE49-F238E27FC236}">
                  <a16:creationId xmlns:a16="http://schemas.microsoft.com/office/drawing/2014/main" id="{225102BD-E5BE-A398-1402-965553492E16}"/>
                </a:ext>
              </a:extLst>
            </p:cNvPr>
            <p:cNvGrpSpPr/>
            <p:nvPr/>
          </p:nvGrpSpPr>
          <p:grpSpPr>
            <a:xfrm>
              <a:off x="2791549" y="3626522"/>
              <a:ext cx="833120" cy="605905"/>
              <a:chOff x="2791549" y="3626522"/>
              <a:chExt cx="833120" cy="605905"/>
            </a:xfrm>
          </p:grpSpPr>
          <p:sp>
            <p:nvSpPr>
              <p:cNvPr id="45" name="Freeform 44">
                <a:extLst>
                  <a:ext uri="{FF2B5EF4-FFF2-40B4-BE49-F238E27FC236}">
                    <a16:creationId xmlns:a16="http://schemas.microsoft.com/office/drawing/2014/main" id="{3F61858A-3C57-7768-A09D-F6F828934971}"/>
                  </a:ext>
                </a:extLst>
              </p:cNvPr>
              <p:cNvSpPr/>
              <p:nvPr/>
            </p:nvSpPr>
            <p:spPr>
              <a:xfrm>
                <a:off x="2933558" y="3781786"/>
                <a:ext cx="539634" cy="276444"/>
              </a:xfrm>
              <a:custGeom>
                <a:avLst/>
                <a:gdLst>
                  <a:gd name="connsiteX0" fmla="*/ 18935 w 539634"/>
                  <a:gd name="connsiteY0" fmla="*/ 238575 h 276444"/>
                  <a:gd name="connsiteX1" fmla="*/ 0 w 539634"/>
                  <a:gd name="connsiteY1" fmla="*/ 257510 h 276444"/>
                  <a:gd name="connsiteX2" fmla="*/ 18935 w 539634"/>
                  <a:gd name="connsiteY2" fmla="*/ 276444 h 276444"/>
                  <a:gd name="connsiteX3" fmla="*/ 18935 w 539634"/>
                  <a:gd name="connsiteY3" fmla="*/ 238575 h 276444"/>
                  <a:gd name="connsiteX4" fmla="*/ 520700 w 539634"/>
                  <a:gd name="connsiteY4" fmla="*/ 276444 h 276444"/>
                  <a:gd name="connsiteX5" fmla="*/ 539635 w 539634"/>
                  <a:gd name="connsiteY5" fmla="*/ 257510 h 276444"/>
                  <a:gd name="connsiteX6" fmla="*/ 520700 w 539634"/>
                  <a:gd name="connsiteY6" fmla="*/ 238575 h 276444"/>
                  <a:gd name="connsiteX7" fmla="*/ 520700 w 539634"/>
                  <a:gd name="connsiteY7" fmla="*/ 276444 h 276444"/>
                  <a:gd name="connsiteX8" fmla="*/ 18935 w 539634"/>
                  <a:gd name="connsiteY8" fmla="*/ 0 h 276444"/>
                  <a:gd name="connsiteX9" fmla="*/ 0 w 539634"/>
                  <a:gd name="connsiteY9" fmla="*/ 18935 h 276444"/>
                  <a:gd name="connsiteX10" fmla="*/ 18935 w 539634"/>
                  <a:gd name="connsiteY10" fmla="*/ 37869 h 276444"/>
                  <a:gd name="connsiteX11" fmla="*/ 18935 w 539634"/>
                  <a:gd name="connsiteY11" fmla="*/ 0 h 276444"/>
                  <a:gd name="connsiteX12" fmla="*/ 520700 w 539634"/>
                  <a:gd name="connsiteY12" fmla="*/ 37869 h 276444"/>
                  <a:gd name="connsiteX13" fmla="*/ 539635 w 539634"/>
                  <a:gd name="connsiteY13" fmla="*/ 18935 h 276444"/>
                  <a:gd name="connsiteX14" fmla="*/ 520700 w 539634"/>
                  <a:gd name="connsiteY14" fmla="*/ 0 h 276444"/>
                  <a:gd name="connsiteX15" fmla="*/ 520700 w 539634"/>
                  <a:gd name="connsiteY15" fmla="*/ 37869 h 276444"/>
                  <a:gd name="connsiteX16" fmla="*/ 18935 w 539634"/>
                  <a:gd name="connsiteY16" fmla="*/ 119288 h 276444"/>
                  <a:gd name="connsiteX17" fmla="*/ 0 w 539634"/>
                  <a:gd name="connsiteY17" fmla="*/ 138222 h 276444"/>
                  <a:gd name="connsiteX18" fmla="*/ 18935 w 539634"/>
                  <a:gd name="connsiteY18" fmla="*/ 157157 h 276444"/>
                  <a:gd name="connsiteX19" fmla="*/ 18935 w 539634"/>
                  <a:gd name="connsiteY19" fmla="*/ 119288 h 276444"/>
                  <a:gd name="connsiteX20" fmla="*/ 520700 w 539634"/>
                  <a:gd name="connsiteY20" fmla="*/ 157157 h 276444"/>
                  <a:gd name="connsiteX21" fmla="*/ 539635 w 539634"/>
                  <a:gd name="connsiteY21" fmla="*/ 138222 h 276444"/>
                  <a:gd name="connsiteX22" fmla="*/ 520700 w 539634"/>
                  <a:gd name="connsiteY22" fmla="*/ 119288 h 276444"/>
                  <a:gd name="connsiteX23" fmla="*/ 520700 w 539634"/>
                  <a:gd name="connsiteY23" fmla="*/ 157157 h 276444"/>
                  <a:gd name="connsiteX24" fmla="*/ 18935 w 539634"/>
                  <a:gd name="connsiteY24" fmla="*/ 276444 h 276444"/>
                  <a:gd name="connsiteX25" fmla="*/ 520700 w 539634"/>
                  <a:gd name="connsiteY25" fmla="*/ 276444 h 276444"/>
                  <a:gd name="connsiteX26" fmla="*/ 520700 w 539634"/>
                  <a:gd name="connsiteY26" fmla="*/ 238575 h 276444"/>
                  <a:gd name="connsiteX27" fmla="*/ 18935 w 539634"/>
                  <a:gd name="connsiteY27" fmla="*/ 238575 h 276444"/>
                  <a:gd name="connsiteX28" fmla="*/ 18935 w 539634"/>
                  <a:gd name="connsiteY28" fmla="*/ 276444 h 276444"/>
                  <a:gd name="connsiteX29" fmla="*/ 18935 w 539634"/>
                  <a:gd name="connsiteY29" fmla="*/ 37869 h 276444"/>
                  <a:gd name="connsiteX30" fmla="*/ 520700 w 539634"/>
                  <a:gd name="connsiteY30" fmla="*/ 37869 h 276444"/>
                  <a:gd name="connsiteX31" fmla="*/ 520700 w 539634"/>
                  <a:gd name="connsiteY31" fmla="*/ 0 h 276444"/>
                  <a:gd name="connsiteX32" fmla="*/ 18935 w 539634"/>
                  <a:gd name="connsiteY32" fmla="*/ 0 h 276444"/>
                  <a:gd name="connsiteX33" fmla="*/ 18935 w 539634"/>
                  <a:gd name="connsiteY33" fmla="*/ 37869 h 276444"/>
                  <a:gd name="connsiteX34" fmla="*/ 18935 w 539634"/>
                  <a:gd name="connsiteY34" fmla="*/ 157157 h 276444"/>
                  <a:gd name="connsiteX35" fmla="*/ 520700 w 539634"/>
                  <a:gd name="connsiteY35" fmla="*/ 157157 h 276444"/>
                  <a:gd name="connsiteX36" fmla="*/ 520700 w 539634"/>
                  <a:gd name="connsiteY36" fmla="*/ 119288 h 276444"/>
                  <a:gd name="connsiteX37" fmla="*/ 18935 w 539634"/>
                  <a:gd name="connsiteY37" fmla="*/ 119288 h 276444"/>
                  <a:gd name="connsiteX38" fmla="*/ 18935 w 539634"/>
                  <a:gd name="connsiteY38" fmla="*/ 157157 h 2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39634" h="276444">
                    <a:moveTo>
                      <a:pt x="18935" y="238575"/>
                    </a:moveTo>
                    <a:cubicBezTo>
                      <a:pt x="8521" y="238575"/>
                      <a:pt x="0" y="247096"/>
                      <a:pt x="0" y="257510"/>
                    </a:cubicBezTo>
                    <a:cubicBezTo>
                      <a:pt x="0" y="267924"/>
                      <a:pt x="8521" y="276444"/>
                      <a:pt x="18935" y="276444"/>
                    </a:cubicBezTo>
                    <a:lnTo>
                      <a:pt x="18935" y="238575"/>
                    </a:lnTo>
                    <a:close/>
                    <a:moveTo>
                      <a:pt x="520700" y="276444"/>
                    </a:moveTo>
                    <a:cubicBezTo>
                      <a:pt x="531114" y="276444"/>
                      <a:pt x="539635" y="267924"/>
                      <a:pt x="539635" y="257510"/>
                    </a:cubicBezTo>
                    <a:cubicBezTo>
                      <a:pt x="539635" y="247096"/>
                      <a:pt x="531114" y="238575"/>
                      <a:pt x="520700" y="238575"/>
                    </a:cubicBezTo>
                    <a:lnTo>
                      <a:pt x="520700" y="276444"/>
                    </a:lnTo>
                    <a:close/>
                    <a:moveTo>
                      <a:pt x="18935" y="0"/>
                    </a:moveTo>
                    <a:cubicBezTo>
                      <a:pt x="8521" y="0"/>
                      <a:pt x="0" y="8521"/>
                      <a:pt x="0" y="18935"/>
                    </a:cubicBezTo>
                    <a:cubicBezTo>
                      <a:pt x="0" y="29349"/>
                      <a:pt x="8521" y="37869"/>
                      <a:pt x="18935" y="37869"/>
                    </a:cubicBezTo>
                    <a:lnTo>
                      <a:pt x="18935" y="0"/>
                    </a:lnTo>
                    <a:close/>
                    <a:moveTo>
                      <a:pt x="520700" y="37869"/>
                    </a:moveTo>
                    <a:cubicBezTo>
                      <a:pt x="531114" y="37869"/>
                      <a:pt x="539635" y="29349"/>
                      <a:pt x="539635" y="18935"/>
                    </a:cubicBezTo>
                    <a:cubicBezTo>
                      <a:pt x="539635" y="8521"/>
                      <a:pt x="531114" y="0"/>
                      <a:pt x="520700" y="0"/>
                    </a:cubicBezTo>
                    <a:lnTo>
                      <a:pt x="520700" y="37869"/>
                    </a:lnTo>
                    <a:close/>
                    <a:moveTo>
                      <a:pt x="18935" y="119288"/>
                    </a:moveTo>
                    <a:cubicBezTo>
                      <a:pt x="8521" y="119288"/>
                      <a:pt x="0" y="127808"/>
                      <a:pt x="0" y="138222"/>
                    </a:cubicBezTo>
                    <a:cubicBezTo>
                      <a:pt x="0" y="148636"/>
                      <a:pt x="8521" y="157157"/>
                      <a:pt x="18935" y="157157"/>
                    </a:cubicBezTo>
                    <a:lnTo>
                      <a:pt x="18935" y="119288"/>
                    </a:lnTo>
                    <a:close/>
                    <a:moveTo>
                      <a:pt x="520700" y="157157"/>
                    </a:moveTo>
                    <a:cubicBezTo>
                      <a:pt x="531114" y="157157"/>
                      <a:pt x="539635" y="148636"/>
                      <a:pt x="539635" y="138222"/>
                    </a:cubicBezTo>
                    <a:cubicBezTo>
                      <a:pt x="539635" y="127808"/>
                      <a:pt x="531114" y="119288"/>
                      <a:pt x="520700" y="119288"/>
                    </a:cubicBezTo>
                    <a:lnTo>
                      <a:pt x="520700" y="157157"/>
                    </a:lnTo>
                    <a:close/>
                    <a:moveTo>
                      <a:pt x="18935" y="276444"/>
                    </a:moveTo>
                    <a:lnTo>
                      <a:pt x="520700" y="276444"/>
                    </a:lnTo>
                    <a:lnTo>
                      <a:pt x="520700" y="238575"/>
                    </a:lnTo>
                    <a:lnTo>
                      <a:pt x="18935" y="238575"/>
                    </a:lnTo>
                    <a:lnTo>
                      <a:pt x="18935" y="276444"/>
                    </a:lnTo>
                    <a:close/>
                    <a:moveTo>
                      <a:pt x="18935" y="37869"/>
                    </a:moveTo>
                    <a:lnTo>
                      <a:pt x="520700" y="37869"/>
                    </a:lnTo>
                    <a:lnTo>
                      <a:pt x="520700" y="0"/>
                    </a:lnTo>
                    <a:lnTo>
                      <a:pt x="18935" y="0"/>
                    </a:lnTo>
                    <a:lnTo>
                      <a:pt x="18935" y="37869"/>
                    </a:lnTo>
                    <a:close/>
                    <a:moveTo>
                      <a:pt x="18935" y="157157"/>
                    </a:moveTo>
                    <a:lnTo>
                      <a:pt x="520700" y="157157"/>
                    </a:lnTo>
                    <a:lnTo>
                      <a:pt x="520700" y="119288"/>
                    </a:lnTo>
                    <a:lnTo>
                      <a:pt x="18935" y="119288"/>
                    </a:lnTo>
                    <a:lnTo>
                      <a:pt x="18935" y="157157"/>
                    </a:lnTo>
                    <a:close/>
                  </a:path>
                </a:pathLst>
              </a:custGeom>
              <a:solidFill>
                <a:srgbClr val="000000"/>
              </a:solidFill>
              <a:ln w="9438"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B41B0F86-CB5C-3D98-6856-93ABF5D1411A}"/>
                  </a:ext>
                </a:extLst>
              </p:cNvPr>
              <p:cNvSpPr/>
              <p:nvPr/>
            </p:nvSpPr>
            <p:spPr>
              <a:xfrm>
                <a:off x="2791549" y="3626522"/>
                <a:ext cx="833120" cy="605905"/>
              </a:xfrm>
              <a:custGeom>
                <a:avLst/>
                <a:gdLst>
                  <a:gd name="connsiteX0" fmla="*/ 0 w 833120"/>
                  <a:gd name="connsiteY0" fmla="*/ 0 h 605905"/>
                  <a:gd name="connsiteX1" fmla="*/ 0 w 833120"/>
                  <a:gd name="connsiteY1" fmla="*/ 605905 h 605905"/>
                  <a:gd name="connsiteX2" fmla="*/ 296326 w 833120"/>
                  <a:gd name="connsiteY2" fmla="*/ 605905 h 605905"/>
                  <a:gd name="connsiteX3" fmla="*/ 304846 w 833120"/>
                  <a:gd name="connsiteY3" fmla="*/ 565196 h 605905"/>
                  <a:gd name="connsiteX4" fmla="*/ 41656 w 833120"/>
                  <a:gd name="connsiteY4" fmla="*/ 565196 h 605905"/>
                  <a:gd name="connsiteX5" fmla="*/ 41656 w 833120"/>
                  <a:gd name="connsiteY5" fmla="*/ 40709 h 605905"/>
                  <a:gd name="connsiteX6" fmla="*/ 792411 w 833120"/>
                  <a:gd name="connsiteY6" fmla="*/ 40709 h 605905"/>
                  <a:gd name="connsiteX7" fmla="*/ 792411 w 833120"/>
                  <a:gd name="connsiteY7" fmla="*/ 565196 h 605905"/>
                  <a:gd name="connsiteX8" fmla="*/ 523540 w 833120"/>
                  <a:gd name="connsiteY8" fmla="*/ 565196 h 605905"/>
                  <a:gd name="connsiteX9" fmla="*/ 532061 w 833120"/>
                  <a:gd name="connsiteY9" fmla="*/ 605905 h 605905"/>
                  <a:gd name="connsiteX10" fmla="*/ 833120 w 833120"/>
                  <a:gd name="connsiteY10" fmla="*/ 605905 h 605905"/>
                  <a:gd name="connsiteX11" fmla="*/ 833120 w 833120"/>
                  <a:gd name="connsiteY11" fmla="*/ 0 h 605905"/>
                  <a:gd name="connsiteX12" fmla="*/ 0 w 833120"/>
                  <a:gd name="connsiteY12" fmla="*/ 0 h 6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3120" h="605905">
                    <a:moveTo>
                      <a:pt x="0" y="0"/>
                    </a:moveTo>
                    <a:lnTo>
                      <a:pt x="0" y="605905"/>
                    </a:lnTo>
                    <a:lnTo>
                      <a:pt x="296326" y="605905"/>
                    </a:lnTo>
                    <a:cubicBezTo>
                      <a:pt x="297272" y="591705"/>
                      <a:pt x="300113" y="577504"/>
                      <a:pt x="304846" y="565196"/>
                    </a:cubicBezTo>
                    <a:lnTo>
                      <a:pt x="41656" y="565196"/>
                    </a:lnTo>
                    <a:lnTo>
                      <a:pt x="41656" y="40709"/>
                    </a:lnTo>
                    <a:lnTo>
                      <a:pt x="792411" y="40709"/>
                    </a:lnTo>
                    <a:lnTo>
                      <a:pt x="792411" y="565196"/>
                    </a:lnTo>
                    <a:lnTo>
                      <a:pt x="523540" y="565196"/>
                    </a:lnTo>
                    <a:cubicBezTo>
                      <a:pt x="528274" y="577504"/>
                      <a:pt x="532061" y="591705"/>
                      <a:pt x="532061" y="605905"/>
                    </a:cubicBezTo>
                    <a:lnTo>
                      <a:pt x="833120" y="605905"/>
                    </a:lnTo>
                    <a:lnTo>
                      <a:pt x="833120" y="0"/>
                    </a:lnTo>
                    <a:lnTo>
                      <a:pt x="0" y="0"/>
                    </a:lnTo>
                    <a:close/>
                  </a:path>
                </a:pathLst>
              </a:custGeom>
              <a:solidFill>
                <a:srgbClr val="000000"/>
              </a:solidFill>
              <a:ln w="9438" cap="flat">
                <a:noFill/>
                <a:prstDash val="solid"/>
                <a:miter/>
              </a:ln>
            </p:spPr>
            <p:txBody>
              <a:bodyPr rtlCol="0" anchor="ctr"/>
              <a:lstStyle/>
              <a:p>
                <a:endParaRPr lang="en-US"/>
              </a:p>
            </p:txBody>
          </p:sp>
        </p:grpSp>
        <p:sp>
          <p:nvSpPr>
            <p:cNvPr id="44" name="Freeform 43">
              <a:extLst>
                <a:ext uri="{FF2B5EF4-FFF2-40B4-BE49-F238E27FC236}">
                  <a16:creationId xmlns:a16="http://schemas.microsoft.com/office/drawing/2014/main" id="{1DF6FD98-7C60-761E-2F2A-59BB9518937B}"/>
                </a:ext>
              </a:extLst>
            </p:cNvPr>
            <p:cNvSpPr/>
            <p:nvPr/>
          </p:nvSpPr>
          <p:spPr>
            <a:xfrm>
              <a:off x="3056632" y="4099886"/>
              <a:ext cx="293485" cy="520700"/>
            </a:xfrm>
            <a:custGeom>
              <a:avLst/>
              <a:gdLst>
                <a:gd name="connsiteX0" fmla="*/ 252776 w 293485"/>
                <a:gd name="connsiteY0" fmla="*/ 224374 h 520700"/>
                <a:gd name="connsiteX1" fmla="*/ 284018 w 293485"/>
                <a:gd name="connsiteY1" fmla="*/ 137275 h 520700"/>
                <a:gd name="connsiteX2" fmla="*/ 146743 w 293485"/>
                <a:gd name="connsiteY2" fmla="*/ 0 h 520700"/>
                <a:gd name="connsiteX3" fmla="*/ 9467 w 293485"/>
                <a:gd name="connsiteY3" fmla="*/ 137275 h 520700"/>
                <a:gd name="connsiteX4" fmla="*/ 42603 w 293485"/>
                <a:gd name="connsiteY4" fmla="*/ 226268 h 520700"/>
                <a:gd name="connsiteX5" fmla="*/ 0 w 293485"/>
                <a:gd name="connsiteY5" fmla="*/ 520700 h 520700"/>
                <a:gd name="connsiteX6" fmla="*/ 146743 w 293485"/>
                <a:gd name="connsiteY6" fmla="*/ 383425 h 520700"/>
                <a:gd name="connsiteX7" fmla="*/ 293485 w 293485"/>
                <a:gd name="connsiteY7" fmla="*/ 520700 h 520700"/>
                <a:gd name="connsiteX8" fmla="*/ 252776 w 293485"/>
                <a:gd name="connsiteY8" fmla="*/ 224374 h 520700"/>
                <a:gd name="connsiteX9" fmla="*/ 146743 w 293485"/>
                <a:gd name="connsiteY9" fmla="*/ 40709 h 520700"/>
                <a:gd name="connsiteX10" fmla="*/ 243309 w 293485"/>
                <a:gd name="connsiteY10" fmla="*/ 137275 h 520700"/>
                <a:gd name="connsiteX11" fmla="*/ 146743 w 293485"/>
                <a:gd name="connsiteY11" fmla="*/ 233842 h 520700"/>
                <a:gd name="connsiteX12" fmla="*/ 50177 w 293485"/>
                <a:gd name="connsiteY12" fmla="*/ 137275 h 520700"/>
                <a:gd name="connsiteX13" fmla="*/ 146743 w 293485"/>
                <a:gd name="connsiteY13" fmla="*/ 40709 h 520700"/>
                <a:gd name="connsiteX14" fmla="*/ 177038 w 293485"/>
                <a:gd name="connsiteY14" fmla="*/ 353129 h 520700"/>
                <a:gd name="connsiteX15" fmla="*/ 149583 w 293485"/>
                <a:gd name="connsiteY15" fmla="*/ 325674 h 520700"/>
                <a:gd name="connsiteX16" fmla="*/ 122128 w 293485"/>
                <a:gd name="connsiteY16" fmla="*/ 353129 h 520700"/>
                <a:gd name="connsiteX17" fmla="*/ 61537 w 293485"/>
                <a:gd name="connsiteY17" fmla="*/ 408039 h 520700"/>
                <a:gd name="connsiteX18" fmla="*/ 83312 w 293485"/>
                <a:gd name="connsiteY18" fmla="*/ 259403 h 520700"/>
                <a:gd name="connsiteX19" fmla="*/ 84259 w 293485"/>
                <a:gd name="connsiteY19" fmla="*/ 259403 h 520700"/>
                <a:gd name="connsiteX20" fmla="*/ 146743 w 293485"/>
                <a:gd name="connsiteY20" fmla="*/ 274551 h 520700"/>
                <a:gd name="connsiteX21" fmla="*/ 209227 w 293485"/>
                <a:gd name="connsiteY21" fmla="*/ 259403 h 520700"/>
                <a:gd name="connsiteX22" fmla="*/ 215854 w 293485"/>
                <a:gd name="connsiteY22" fmla="*/ 259403 h 520700"/>
                <a:gd name="connsiteX23" fmla="*/ 237629 w 293485"/>
                <a:gd name="connsiteY23" fmla="*/ 408039 h 520700"/>
                <a:gd name="connsiteX24" fmla="*/ 177038 w 293485"/>
                <a:gd name="connsiteY24" fmla="*/ 353129 h 52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3485" h="520700">
                  <a:moveTo>
                    <a:pt x="252776" y="224374"/>
                  </a:moveTo>
                  <a:cubicBezTo>
                    <a:pt x="272657" y="200706"/>
                    <a:pt x="284018" y="170411"/>
                    <a:pt x="284018" y="137275"/>
                  </a:cubicBezTo>
                  <a:cubicBezTo>
                    <a:pt x="284018" y="61537"/>
                    <a:pt x="222481" y="0"/>
                    <a:pt x="146743" y="0"/>
                  </a:cubicBezTo>
                  <a:cubicBezTo>
                    <a:pt x="71005" y="0"/>
                    <a:pt x="9467" y="61537"/>
                    <a:pt x="9467" y="137275"/>
                  </a:cubicBezTo>
                  <a:cubicBezTo>
                    <a:pt x="9467" y="171358"/>
                    <a:pt x="21775" y="202600"/>
                    <a:pt x="42603" y="226268"/>
                  </a:cubicBezTo>
                  <a:lnTo>
                    <a:pt x="0" y="520700"/>
                  </a:lnTo>
                  <a:lnTo>
                    <a:pt x="146743" y="383425"/>
                  </a:lnTo>
                  <a:lnTo>
                    <a:pt x="293485" y="520700"/>
                  </a:lnTo>
                  <a:lnTo>
                    <a:pt x="252776" y="224374"/>
                  </a:lnTo>
                  <a:close/>
                  <a:moveTo>
                    <a:pt x="146743" y="40709"/>
                  </a:moveTo>
                  <a:cubicBezTo>
                    <a:pt x="200706" y="40709"/>
                    <a:pt x="243309" y="83312"/>
                    <a:pt x="243309" y="137275"/>
                  </a:cubicBezTo>
                  <a:cubicBezTo>
                    <a:pt x="243309" y="191239"/>
                    <a:pt x="200706" y="233842"/>
                    <a:pt x="146743" y="233842"/>
                  </a:cubicBezTo>
                  <a:cubicBezTo>
                    <a:pt x="92779" y="233842"/>
                    <a:pt x="50177" y="191239"/>
                    <a:pt x="50177" y="137275"/>
                  </a:cubicBezTo>
                  <a:cubicBezTo>
                    <a:pt x="50177" y="83312"/>
                    <a:pt x="92779" y="40709"/>
                    <a:pt x="146743" y="40709"/>
                  </a:cubicBezTo>
                  <a:close/>
                  <a:moveTo>
                    <a:pt x="177038" y="353129"/>
                  </a:moveTo>
                  <a:lnTo>
                    <a:pt x="149583" y="325674"/>
                  </a:lnTo>
                  <a:lnTo>
                    <a:pt x="122128" y="353129"/>
                  </a:lnTo>
                  <a:lnTo>
                    <a:pt x="61537" y="408039"/>
                  </a:lnTo>
                  <a:lnTo>
                    <a:pt x="83312" y="259403"/>
                  </a:lnTo>
                  <a:lnTo>
                    <a:pt x="84259" y="259403"/>
                  </a:lnTo>
                  <a:cubicBezTo>
                    <a:pt x="103193" y="268871"/>
                    <a:pt x="124021" y="274551"/>
                    <a:pt x="146743" y="274551"/>
                  </a:cubicBezTo>
                  <a:cubicBezTo>
                    <a:pt x="169464" y="274551"/>
                    <a:pt x="190292" y="268871"/>
                    <a:pt x="209227" y="259403"/>
                  </a:cubicBezTo>
                  <a:lnTo>
                    <a:pt x="215854" y="259403"/>
                  </a:lnTo>
                  <a:lnTo>
                    <a:pt x="237629" y="408039"/>
                  </a:lnTo>
                  <a:lnTo>
                    <a:pt x="177038" y="353129"/>
                  </a:lnTo>
                  <a:close/>
                </a:path>
              </a:pathLst>
            </a:custGeom>
            <a:solidFill>
              <a:srgbClr val="7A003C"/>
            </a:solidFill>
            <a:ln w="9438" cap="flat">
              <a:noFill/>
              <a:prstDash val="solid"/>
              <a:miter/>
            </a:ln>
          </p:spPr>
          <p:txBody>
            <a:bodyPr rtlCol="0" anchor="ctr"/>
            <a:lstStyle/>
            <a:p>
              <a:endParaRPr lang="en-US"/>
            </a:p>
          </p:txBody>
        </p:sp>
      </p:grpSp>
      <p:pic>
        <p:nvPicPr>
          <p:cNvPr id="47" name="Graphic 46">
            <a:extLst>
              <a:ext uri="{FF2B5EF4-FFF2-40B4-BE49-F238E27FC236}">
                <a16:creationId xmlns:a16="http://schemas.microsoft.com/office/drawing/2014/main" id="{3FC02B65-DB88-9AD3-CE2A-7EE6D2F128B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38150" y="7192093"/>
            <a:ext cx="417696" cy="417696"/>
          </a:xfrm>
          <a:prstGeom prst="rect">
            <a:avLst/>
          </a:prstGeom>
        </p:spPr>
      </p:pic>
      <p:sp>
        <p:nvSpPr>
          <p:cNvPr id="49" name="TextBox 48">
            <a:extLst>
              <a:ext uri="{FF2B5EF4-FFF2-40B4-BE49-F238E27FC236}">
                <a16:creationId xmlns:a16="http://schemas.microsoft.com/office/drawing/2014/main" id="{07E62C8C-B9B8-2BD5-45B5-E0B0A39FFE16}"/>
              </a:ext>
            </a:extLst>
          </p:cNvPr>
          <p:cNvSpPr txBox="1"/>
          <p:nvPr userDrawn="1"/>
        </p:nvSpPr>
        <p:spPr>
          <a:xfrm>
            <a:off x="438148" y="8656484"/>
            <a:ext cx="5183463" cy="646331"/>
          </a:xfrm>
          <a:prstGeom prst="rect">
            <a:avLst/>
          </a:prstGeom>
          <a:noFill/>
        </p:spPr>
        <p:txBody>
          <a:bodyPr wrap="square" rtlCol="0">
            <a:spAutoFit/>
          </a:bodyPr>
          <a:lstStyle/>
          <a:p>
            <a:r>
              <a:rPr lang="en-US" sz="1200">
                <a:solidFill>
                  <a:schemeClr val="accent3"/>
                </a:solidFill>
              </a:rPr>
              <a:t>* Times Higher Education 2023</a:t>
            </a:r>
          </a:p>
          <a:p>
            <a:r>
              <a:rPr lang="en-US" sz="1200">
                <a:solidFill>
                  <a:schemeClr val="accent3"/>
                </a:solidFill>
              </a:rPr>
              <a:t>‡ Shanghai Ranking's Academic Ranking of World Universities 2023</a:t>
            </a:r>
          </a:p>
          <a:p>
            <a:r>
              <a:rPr lang="en-US" sz="1200">
                <a:solidFill>
                  <a:schemeClr val="accent3"/>
                </a:solidFill>
              </a:rPr>
              <a:t>† Research </a:t>
            </a:r>
            <a:r>
              <a:rPr lang="en-US" sz="1200" err="1">
                <a:solidFill>
                  <a:schemeClr val="accent3"/>
                </a:solidFill>
              </a:rPr>
              <a:t>Infosource</a:t>
            </a:r>
            <a:r>
              <a:rPr lang="en-US" sz="1200">
                <a:solidFill>
                  <a:schemeClr val="accent3"/>
                </a:solidFill>
              </a:rPr>
              <a:t> 2023</a:t>
            </a:r>
            <a:endParaRPr lang="en-US" sz="1200" baseline="30000">
              <a:solidFill>
                <a:schemeClr val="accent3"/>
              </a:solidFill>
            </a:endParaRPr>
          </a:p>
        </p:txBody>
      </p:sp>
      <p:sp>
        <p:nvSpPr>
          <p:cNvPr id="13" name="Footer Placeholder 12">
            <a:extLst>
              <a:ext uri="{FF2B5EF4-FFF2-40B4-BE49-F238E27FC236}">
                <a16:creationId xmlns:a16="http://schemas.microsoft.com/office/drawing/2014/main" id="{86AFD4D6-CC7D-9D99-DF02-F294BC8603E0}"/>
              </a:ext>
            </a:extLst>
          </p:cNvPr>
          <p:cNvSpPr>
            <a:spLocks noGrp="1"/>
          </p:cNvSpPr>
          <p:nvPr>
            <p:ph type="ftr" sz="quarter" idx="21"/>
          </p:nvPr>
        </p:nvSpPr>
        <p:spPr/>
        <p:txBody>
          <a:bodyPr/>
          <a:lstStyle/>
          <a:p>
            <a:endParaRPr lang="en-US"/>
          </a:p>
        </p:txBody>
      </p:sp>
      <p:sp>
        <p:nvSpPr>
          <p:cNvPr id="50" name="Date Placeholder 3">
            <a:extLst>
              <a:ext uri="{FF2B5EF4-FFF2-40B4-BE49-F238E27FC236}">
                <a16:creationId xmlns:a16="http://schemas.microsoft.com/office/drawing/2014/main" id="{E89E05A3-F6AB-676E-2454-621F509EBA05}"/>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April 12, 2026</a:t>
            </a:fld>
            <a:endParaRPr lang="en-US"/>
          </a:p>
        </p:txBody>
      </p:sp>
      <p:sp>
        <p:nvSpPr>
          <p:cNvPr id="14" name="Slide Number Placeholder 13">
            <a:extLst>
              <a:ext uri="{FF2B5EF4-FFF2-40B4-BE49-F238E27FC236}">
                <a16:creationId xmlns:a16="http://schemas.microsoft.com/office/drawing/2014/main" id="{633B25B5-1522-E269-6B4D-E80F42610EA8}"/>
              </a:ext>
            </a:extLst>
          </p:cNvPr>
          <p:cNvSpPr>
            <a:spLocks noGrp="1"/>
          </p:cNvSpPr>
          <p:nvPr>
            <p:ph type="sldNum" sz="quarter" idx="22"/>
          </p:nvPr>
        </p:nvSpPr>
        <p:spPr/>
        <p:txBody>
          <a:bodyPr/>
          <a:lstStyle/>
          <a:p>
            <a:fld id="{991AB9B0-3E43-D847-B073-60FE8FAFFDB7}" type="slidenum">
              <a:rPr lang="en-US" smtClean="0"/>
              <a:pPr/>
              <a:t>‹#›</a:t>
            </a:fld>
            <a:endParaRPr lang="en-US"/>
          </a:p>
        </p:txBody>
      </p:sp>
      <p:sp>
        <p:nvSpPr>
          <p:cNvPr id="2" name="Title 1">
            <a:extLst>
              <a:ext uri="{FF2B5EF4-FFF2-40B4-BE49-F238E27FC236}">
                <a16:creationId xmlns:a16="http://schemas.microsoft.com/office/drawing/2014/main" id="{6AD5D599-9721-B464-10AC-237C751ECCA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C287B01D-192F-BBAD-161B-8D22688A244A}"/>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spTree>
    <p:extLst>
      <p:ext uri="{BB962C8B-B14F-4D97-AF65-F5344CB8AC3E}">
        <p14:creationId xmlns:p14="http://schemas.microsoft.com/office/powerpoint/2010/main" val="20864906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yout 15 - Brighter World">
    <p:spTree>
      <p:nvGrpSpPr>
        <p:cNvPr id="1" name=""/>
        <p:cNvGrpSpPr/>
        <p:nvPr/>
      </p:nvGrpSpPr>
      <p:grpSpPr>
        <a:xfrm>
          <a:off x="0" y="0"/>
          <a:ext cx="0" cy="0"/>
          <a:chOff x="0" y="0"/>
          <a:chExt cx="0" cy="0"/>
        </a:xfrm>
      </p:grpSpPr>
      <p:sp>
        <p:nvSpPr>
          <p:cNvPr id="68" name="Title 67">
            <a:extLst>
              <a:ext uri="{FF2B5EF4-FFF2-40B4-BE49-F238E27FC236}">
                <a16:creationId xmlns:a16="http://schemas.microsoft.com/office/drawing/2014/main" id="{2BD07626-E45E-A81D-40C3-0F8C5666CD82}"/>
              </a:ext>
            </a:extLst>
          </p:cNvPr>
          <p:cNvSpPr>
            <a:spLocks noGrp="1"/>
          </p:cNvSpPr>
          <p:nvPr>
            <p:ph type="title" hasCustomPrompt="1"/>
          </p:nvPr>
        </p:nvSpPr>
        <p:spPr>
          <a:xfrm>
            <a:off x="462530" y="440431"/>
            <a:ext cx="19393352" cy="733208"/>
          </a:xfrm>
          <a:prstGeom prst="rect">
            <a:avLst/>
          </a:prstGeom>
        </p:spPr>
        <p:txBody>
          <a:bodyPr/>
          <a:lstStyle>
            <a:lvl1pPr>
              <a:defRPr sz="4400" b="1"/>
            </a:lvl1pPr>
          </a:lstStyle>
          <a:p>
            <a:r>
              <a:rPr lang="en-US"/>
              <a:t>Title goes here on 1 line</a:t>
            </a:r>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62530" y="1267200"/>
            <a:ext cx="1941773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66" name="Date Placeholder 3">
            <a:extLst>
              <a:ext uri="{FF2B5EF4-FFF2-40B4-BE49-F238E27FC236}">
                <a16:creationId xmlns:a16="http://schemas.microsoft.com/office/drawing/2014/main" id="{25B13FEC-56D6-BDDA-B11D-2B62FBC10D55}"/>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April 12,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7400818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yout 16 - Blank Footer">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B582192C-3A69-FE59-73A6-A262DF7259A5}"/>
              </a:ext>
            </a:extLst>
          </p:cNvPr>
          <p:cNvSpPr>
            <a:spLocks noGrp="1"/>
          </p:cNvSpPr>
          <p:nvPr>
            <p:ph type="dt" sz="half" idx="10"/>
          </p:nvPr>
        </p:nvSpPr>
        <p:spPr/>
        <p:txBody>
          <a:bodyPr/>
          <a:lstStyle/>
          <a:p>
            <a:fld id="{D2792E9C-7E5E-F14F-B049-5BFE22D713B7}" type="datetime4">
              <a:rPr lang="en-CA" smtClean="0"/>
              <a:t>April 12, 2026</a:t>
            </a:fld>
            <a:endParaRPr lang="en-US"/>
          </a:p>
        </p:txBody>
      </p:sp>
      <p:sp>
        <p:nvSpPr>
          <p:cNvPr id="8" name="Footer Placeholder 7">
            <a:extLst>
              <a:ext uri="{FF2B5EF4-FFF2-40B4-BE49-F238E27FC236}">
                <a16:creationId xmlns:a16="http://schemas.microsoft.com/office/drawing/2014/main" id="{55191159-C341-9E42-1ED7-056848027C65}"/>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992A4791-8BB3-D788-EFE9-CDE2FEB047BE}"/>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7579551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yout 17 - Land Acknowledgem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BE623F-DB6C-3D05-E5AC-0FB1CD275E39}"/>
              </a:ext>
              <a:ext uri="{C183D7F6-B498-43B3-948B-1728B52AA6E4}">
                <adec:decorative xmlns:adec="http://schemas.microsoft.com/office/drawing/2017/decorative" val="1"/>
              </a:ext>
            </a:extLst>
          </p:cNvPr>
          <p:cNvSpPr/>
          <p:nvPr userDrawn="1"/>
        </p:nvSpPr>
        <p:spPr>
          <a:xfrm>
            <a:off x="0" y="0"/>
            <a:ext cx="20318413" cy="1143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7" name="Title 6">
            <a:extLst>
              <a:ext uri="{FF2B5EF4-FFF2-40B4-BE49-F238E27FC236}">
                <a16:creationId xmlns:a16="http://schemas.microsoft.com/office/drawing/2014/main" id="{BE307E64-9C0E-0EB5-E08F-ED76C1E81B85}"/>
              </a:ext>
            </a:extLst>
          </p:cNvPr>
          <p:cNvSpPr>
            <a:spLocks noGrp="1"/>
          </p:cNvSpPr>
          <p:nvPr>
            <p:ph type="title"/>
          </p:nvPr>
        </p:nvSpPr>
        <p:spPr>
          <a:xfrm>
            <a:off x="3311999" y="4520998"/>
            <a:ext cx="14302799" cy="648602"/>
          </a:xfrm>
          <a:prstGeom prst="rect">
            <a:avLst/>
          </a:prstGeom>
        </p:spPr>
        <p:txBody>
          <a:bodyPr/>
          <a:lstStyle>
            <a:lvl1pPr>
              <a:defRPr sz="4000" b="1">
                <a:solidFill>
                  <a:schemeClr val="bg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p:nvPr>
        </p:nvSpPr>
        <p:spPr>
          <a:xfrm>
            <a:off x="3312000" y="5421600"/>
            <a:ext cx="14302799" cy="2805297"/>
          </a:xfrm>
          <a:prstGeom prst="rect">
            <a:avLst/>
          </a:prstGeom>
        </p:spPr>
        <p:txBody>
          <a:bodyPr anchor="t"/>
          <a:lstStyle>
            <a:lvl1pPr marL="0" indent="0" algn="l">
              <a:buNone/>
              <a:defRPr sz="3600" baseline="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endParaRPr lang="en-US" sz="3600" baseline="30000">
              <a:solidFill>
                <a:schemeClr val="bg1"/>
              </a:solidFill>
            </a:endParaRPr>
          </a:p>
        </p:txBody>
      </p:sp>
      <p:grpSp>
        <p:nvGrpSpPr>
          <p:cNvPr id="8" name="Group 7" descr="An icon of a hand holding a sapling.">
            <a:extLst>
              <a:ext uri="{FF2B5EF4-FFF2-40B4-BE49-F238E27FC236}">
                <a16:creationId xmlns:a16="http://schemas.microsoft.com/office/drawing/2014/main" id="{0DECB02C-2326-F95A-1ECA-3D29624B802C}"/>
              </a:ext>
            </a:extLst>
          </p:cNvPr>
          <p:cNvGrpSpPr/>
          <p:nvPr userDrawn="1"/>
        </p:nvGrpSpPr>
        <p:grpSpPr>
          <a:xfrm>
            <a:off x="3429538" y="3189238"/>
            <a:ext cx="1087755" cy="1087754"/>
            <a:chOff x="12372571" y="7209566"/>
            <a:chExt cx="1087755" cy="1087754"/>
          </a:xfrm>
        </p:grpSpPr>
        <p:sp>
          <p:nvSpPr>
            <p:cNvPr id="9" name="Freeform 8">
              <a:extLst>
                <a:ext uri="{FF2B5EF4-FFF2-40B4-BE49-F238E27FC236}">
                  <a16:creationId xmlns:a16="http://schemas.microsoft.com/office/drawing/2014/main" id="{94FBF782-1048-A071-8D84-1668E5FC19BD}"/>
                </a:ext>
              </a:extLst>
            </p:cNvPr>
            <p:cNvSpPr/>
            <p:nvPr/>
          </p:nvSpPr>
          <p:spPr>
            <a:xfrm>
              <a:off x="12769764" y="7286718"/>
              <a:ext cx="553402" cy="402907"/>
            </a:xfrm>
            <a:custGeom>
              <a:avLst/>
              <a:gdLst>
                <a:gd name="connsiteX0" fmla="*/ 467678 w 553402"/>
                <a:gd name="connsiteY0" fmla="*/ 0 h 402907"/>
                <a:gd name="connsiteX1" fmla="*/ 276225 w 553402"/>
                <a:gd name="connsiteY1" fmla="*/ 120015 h 402907"/>
                <a:gd name="connsiteX2" fmla="*/ 84772 w 553402"/>
                <a:gd name="connsiteY2" fmla="*/ 0 h 402907"/>
                <a:gd name="connsiteX3" fmla="*/ 0 w 553402"/>
                <a:gd name="connsiteY3" fmla="*/ 0 h 402907"/>
                <a:gd name="connsiteX4" fmla="*/ 0 w 553402"/>
                <a:gd name="connsiteY4" fmla="*/ 20955 h 402907"/>
                <a:gd name="connsiteX5" fmla="*/ 212407 w 553402"/>
                <a:gd name="connsiteY5" fmla="*/ 233363 h 402907"/>
                <a:gd name="connsiteX6" fmla="*/ 255270 w 553402"/>
                <a:gd name="connsiteY6" fmla="*/ 233363 h 402907"/>
                <a:gd name="connsiteX7" fmla="*/ 255270 w 553402"/>
                <a:gd name="connsiteY7" fmla="*/ 402908 h 402907"/>
                <a:gd name="connsiteX8" fmla="*/ 298132 w 553402"/>
                <a:gd name="connsiteY8" fmla="*/ 402908 h 402907"/>
                <a:gd name="connsiteX9" fmla="*/ 298132 w 553402"/>
                <a:gd name="connsiteY9" fmla="*/ 233363 h 402907"/>
                <a:gd name="connsiteX10" fmla="*/ 340995 w 553402"/>
                <a:gd name="connsiteY10" fmla="*/ 233363 h 402907"/>
                <a:gd name="connsiteX11" fmla="*/ 553403 w 553402"/>
                <a:gd name="connsiteY11" fmla="*/ 20955 h 402907"/>
                <a:gd name="connsiteX12" fmla="*/ 553403 w 553402"/>
                <a:gd name="connsiteY12" fmla="*/ 0 h 402907"/>
                <a:gd name="connsiteX13" fmla="*/ 468630 w 553402"/>
                <a:gd name="connsiteY13" fmla="*/ 0 h 402907"/>
                <a:gd name="connsiteX14" fmla="*/ 212407 w 553402"/>
                <a:gd name="connsiteY14" fmla="*/ 190500 h 402907"/>
                <a:gd name="connsiteX15" fmla="*/ 43815 w 553402"/>
                <a:gd name="connsiteY15" fmla="*/ 41910 h 402907"/>
                <a:gd name="connsiteX16" fmla="*/ 84772 w 553402"/>
                <a:gd name="connsiteY16" fmla="*/ 41910 h 402907"/>
                <a:gd name="connsiteX17" fmla="*/ 253365 w 553402"/>
                <a:gd name="connsiteY17" fmla="*/ 190500 h 402907"/>
                <a:gd name="connsiteX18" fmla="*/ 212407 w 553402"/>
                <a:gd name="connsiteY18" fmla="*/ 190500 h 402907"/>
                <a:gd name="connsiteX19" fmla="*/ 340042 w 553402"/>
                <a:gd name="connsiteY19" fmla="*/ 190500 h 402907"/>
                <a:gd name="connsiteX20" fmla="*/ 299085 w 553402"/>
                <a:gd name="connsiteY20" fmla="*/ 190500 h 402907"/>
                <a:gd name="connsiteX21" fmla="*/ 467678 w 553402"/>
                <a:gd name="connsiteY21" fmla="*/ 41910 h 402907"/>
                <a:gd name="connsiteX22" fmla="*/ 508635 w 553402"/>
                <a:gd name="connsiteY22" fmla="*/ 41910 h 402907"/>
                <a:gd name="connsiteX23" fmla="*/ 340042 w 553402"/>
                <a:gd name="connsiteY23" fmla="*/ 190500 h 402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53402" h="402907">
                  <a:moveTo>
                    <a:pt x="467678" y="0"/>
                  </a:moveTo>
                  <a:cubicBezTo>
                    <a:pt x="383857" y="0"/>
                    <a:pt x="310515" y="48578"/>
                    <a:pt x="276225" y="120015"/>
                  </a:cubicBezTo>
                  <a:cubicBezTo>
                    <a:pt x="241935" y="49530"/>
                    <a:pt x="168592" y="0"/>
                    <a:pt x="84772" y="0"/>
                  </a:cubicBezTo>
                  <a:lnTo>
                    <a:pt x="0" y="0"/>
                  </a:lnTo>
                  <a:lnTo>
                    <a:pt x="0" y="20955"/>
                  </a:lnTo>
                  <a:cubicBezTo>
                    <a:pt x="0" y="138113"/>
                    <a:pt x="95250" y="233363"/>
                    <a:pt x="212407" y="233363"/>
                  </a:cubicBezTo>
                  <a:lnTo>
                    <a:pt x="255270" y="233363"/>
                  </a:lnTo>
                  <a:lnTo>
                    <a:pt x="255270" y="402908"/>
                  </a:lnTo>
                  <a:lnTo>
                    <a:pt x="298132" y="402908"/>
                  </a:lnTo>
                  <a:lnTo>
                    <a:pt x="298132" y="233363"/>
                  </a:lnTo>
                  <a:lnTo>
                    <a:pt x="340995" y="233363"/>
                  </a:lnTo>
                  <a:cubicBezTo>
                    <a:pt x="458153" y="233363"/>
                    <a:pt x="553403" y="138113"/>
                    <a:pt x="553403" y="20955"/>
                  </a:cubicBezTo>
                  <a:lnTo>
                    <a:pt x="553403" y="0"/>
                  </a:lnTo>
                  <a:lnTo>
                    <a:pt x="468630" y="0"/>
                  </a:lnTo>
                  <a:close/>
                  <a:moveTo>
                    <a:pt x="212407" y="190500"/>
                  </a:moveTo>
                  <a:cubicBezTo>
                    <a:pt x="125730" y="190500"/>
                    <a:pt x="54292" y="125730"/>
                    <a:pt x="43815" y="41910"/>
                  </a:cubicBezTo>
                  <a:lnTo>
                    <a:pt x="84772" y="41910"/>
                  </a:lnTo>
                  <a:cubicBezTo>
                    <a:pt x="171450" y="41910"/>
                    <a:pt x="242888" y="106680"/>
                    <a:pt x="253365" y="190500"/>
                  </a:cubicBezTo>
                  <a:lnTo>
                    <a:pt x="212407" y="190500"/>
                  </a:lnTo>
                  <a:close/>
                  <a:moveTo>
                    <a:pt x="340042" y="190500"/>
                  </a:moveTo>
                  <a:lnTo>
                    <a:pt x="299085" y="190500"/>
                  </a:lnTo>
                  <a:cubicBezTo>
                    <a:pt x="309563" y="106680"/>
                    <a:pt x="381000" y="41910"/>
                    <a:pt x="467678" y="41910"/>
                  </a:cubicBezTo>
                  <a:lnTo>
                    <a:pt x="508635" y="41910"/>
                  </a:lnTo>
                  <a:cubicBezTo>
                    <a:pt x="498157" y="125730"/>
                    <a:pt x="426720" y="190500"/>
                    <a:pt x="340042" y="190500"/>
                  </a:cubicBezTo>
                  <a:close/>
                </a:path>
              </a:pathLst>
            </a:custGeom>
            <a:solidFill>
              <a:schemeClr val="accent2"/>
            </a:solidFill>
            <a:ln w="0" cap="flat">
              <a:noFill/>
              <a:prstDash val="solid"/>
              <a:miter/>
            </a:ln>
          </p:spPr>
          <p:txBody>
            <a:bodyPr rtlCol="0" anchor="ctr"/>
            <a:lstStyle/>
            <a:p>
              <a:endParaRPr lang="en-US"/>
            </a:p>
          </p:txBody>
        </p:sp>
        <p:grpSp>
          <p:nvGrpSpPr>
            <p:cNvPr id="10" name="Graphic 8">
              <a:extLst>
                <a:ext uri="{FF2B5EF4-FFF2-40B4-BE49-F238E27FC236}">
                  <a16:creationId xmlns:a16="http://schemas.microsoft.com/office/drawing/2014/main" id="{3ACF959F-56A5-E952-F484-09D13707B923}"/>
                </a:ext>
              </a:extLst>
            </p:cNvPr>
            <p:cNvGrpSpPr/>
            <p:nvPr/>
          </p:nvGrpSpPr>
          <p:grpSpPr>
            <a:xfrm>
              <a:off x="12372571" y="7209566"/>
              <a:ext cx="1087755" cy="1087754"/>
              <a:chOff x="12372571" y="7209566"/>
              <a:chExt cx="1087755" cy="1087754"/>
            </a:xfrm>
          </p:grpSpPr>
          <p:sp>
            <p:nvSpPr>
              <p:cNvPr id="11" name="Freeform 10">
                <a:extLst>
                  <a:ext uri="{FF2B5EF4-FFF2-40B4-BE49-F238E27FC236}">
                    <a16:creationId xmlns:a16="http://schemas.microsoft.com/office/drawing/2014/main" id="{1AA8C2A7-AF14-0681-9645-70B1E1D21E4A}"/>
                  </a:ext>
                </a:extLst>
              </p:cNvPr>
              <p:cNvSpPr/>
              <p:nvPr/>
            </p:nvSpPr>
            <p:spPr>
              <a:xfrm>
                <a:off x="12372571" y="7209566"/>
                <a:ext cx="1087755" cy="1087754"/>
              </a:xfrm>
              <a:custGeom>
                <a:avLst/>
                <a:gdLst>
                  <a:gd name="connsiteX0" fmla="*/ 1087755 w 1087755"/>
                  <a:gd name="connsiteY0" fmla="*/ 0 h 1087754"/>
                  <a:gd name="connsiteX1" fmla="*/ 1087755 w 1087755"/>
                  <a:gd name="connsiteY1" fmla="*/ 1087755 h 1087754"/>
                  <a:gd name="connsiteX2" fmla="*/ 0 w 1087755"/>
                  <a:gd name="connsiteY2" fmla="*/ 1087755 h 1087754"/>
                </a:gdLst>
                <a:ahLst/>
                <a:cxnLst>
                  <a:cxn ang="0">
                    <a:pos x="connsiteX0" y="connsiteY0"/>
                  </a:cxn>
                  <a:cxn ang="0">
                    <a:pos x="connsiteX1" y="connsiteY1"/>
                  </a:cxn>
                  <a:cxn ang="0">
                    <a:pos x="connsiteX2" y="connsiteY2"/>
                  </a:cxn>
                </a:cxnLst>
                <a:rect l="l" t="t" r="r" b="b"/>
                <a:pathLst>
                  <a:path w="1087755" h="1087754">
                    <a:moveTo>
                      <a:pt x="1087755" y="0"/>
                    </a:moveTo>
                    <a:lnTo>
                      <a:pt x="1087755" y="1087755"/>
                    </a:lnTo>
                    <a:lnTo>
                      <a:pt x="0" y="1087755"/>
                    </a:lnTo>
                  </a:path>
                </a:pathLst>
              </a:custGeom>
              <a:noFill/>
              <a:ln w="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8BDA1C6A-BF36-D885-B1B1-203DE44727B8}"/>
                  </a:ext>
                </a:extLst>
              </p:cNvPr>
              <p:cNvSpPr/>
              <p:nvPr/>
            </p:nvSpPr>
            <p:spPr>
              <a:xfrm>
                <a:off x="12383048" y="7669623"/>
                <a:ext cx="1062990" cy="552450"/>
              </a:xfrm>
              <a:custGeom>
                <a:avLst/>
                <a:gdLst>
                  <a:gd name="connsiteX0" fmla="*/ 1048703 w 1062990"/>
                  <a:gd name="connsiteY0" fmla="*/ 261938 h 552450"/>
                  <a:gd name="connsiteX1" fmla="*/ 944880 w 1062990"/>
                  <a:gd name="connsiteY1" fmla="*/ 206693 h 552450"/>
                  <a:gd name="connsiteX2" fmla="*/ 929640 w 1062990"/>
                  <a:gd name="connsiteY2" fmla="*/ 206693 h 552450"/>
                  <a:gd name="connsiteX3" fmla="*/ 661988 w 1062990"/>
                  <a:gd name="connsiteY3" fmla="*/ 0 h 552450"/>
                  <a:gd name="connsiteX4" fmla="*/ 418148 w 1062990"/>
                  <a:gd name="connsiteY4" fmla="*/ 146685 h 552450"/>
                  <a:gd name="connsiteX5" fmla="*/ 343853 w 1062990"/>
                  <a:gd name="connsiteY5" fmla="*/ 127635 h 552450"/>
                  <a:gd name="connsiteX6" fmla="*/ 203835 w 1062990"/>
                  <a:gd name="connsiteY6" fmla="*/ 191452 h 552450"/>
                  <a:gd name="connsiteX7" fmla="*/ 0 w 1062990"/>
                  <a:gd name="connsiteY7" fmla="*/ 191452 h 552450"/>
                  <a:gd name="connsiteX8" fmla="*/ 0 w 1062990"/>
                  <a:gd name="connsiteY8" fmla="*/ 488633 h 552450"/>
                  <a:gd name="connsiteX9" fmla="*/ 209550 w 1062990"/>
                  <a:gd name="connsiteY9" fmla="*/ 488633 h 552450"/>
                  <a:gd name="connsiteX10" fmla="*/ 404813 w 1062990"/>
                  <a:gd name="connsiteY10" fmla="*/ 552450 h 552450"/>
                  <a:gd name="connsiteX11" fmla="*/ 732473 w 1062990"/>
                  <a:gd name="connsiteY11" fmla="*/ 552450 h 552450"/>
                  <a:gd name="connsiteX12" fmla="*/ 738188 w 1062990"/>
                  <a:gd name="connsiteY12" fmla="*/ 547688 h 552450"/>
                  <a:gd name="connsiteX13" fmla="*/ 974408 w 1062990"/>
                  <a:gd name="connsiteY13" fmla="*/ 351473 h 552450"/>
                  <a:gd name="connsiteX14" fmla="*/ 1022985 w 1062990"/>
                  <a:gd name="connsiteY14" fmla="*/ 311468 h 552450"/>
                  <a:gd name="connsiteX15" fmla="*/ 1045845 w 1062990"/>
                  <a:gd name="connsiteY15" fmla="*/ 293370 h 552450"/>
                  <a:gd name="connsiteX16" fmla="*/ 1062990 w 1062990"/>
                  <a:gd name="connsiteY16" fmla="*/ 280035 h 552450"/>
                  <a:gd name="connsiteX17" fmla="*/ 1048703 w 1062990"/>
                  <a:gd name="connsiteY17" fmla="*/ 263843 h 552450"/>
                  <a:gd name="connsiteX18" fmla="*/ 662940 w 1062990"/>
                  <a:gd name="connsiteY18" fmla="*/ 41910 h 552450"/>
                  <a:gd name="connsiteX19" fmla="*/ 887730 w 1062990"/>
                  <a:gd name="connsiteY19" fmla="*/ 212408 h 552450"/>
                  <a:gd name="connsiteX20" fmla="*/ 832485 w 1062990"/>
                  <a:gd name="connsiteY20" fmla="*/ 240983 h 552450"/>
                  <a:gd name="connsiteX21" fmla="*/ 798195 w 1062990"/>
                  <a:gd name="connsiteY21" fmla="*/ 271463 h 552450"/>
                  <a:gd name="connsiteX22" fmla="*/ 746760 w 1062990"/>
                  <a:gd name="connsiteY22" fmla="*/ 318135 h 552450"/>
                  <a:gd name="connsiteX23" fmla="*/ 746760 w 1062990"/>
                  <a:gd name="connsiteY23" fmla="*/ 318135 h 552450"/>
                  <a:gd name="connsiteX24" fmla="*/ 600075 w 1062990"/>
                  <a:gd name="connsiteY24" fmla="*/ 190500 h 552450"/>
                  <a:gd name="connsiteX25" fmla="*/ 481965 w 1062990"/>
                  <a:gd name="connsiteY25" fmla="*/ 190500 h 552450"/>
                  <a:gd name="connsiteX26" fmla="*/ 456248 w 1062990"/>
                  <a:gd name="connsiteY26" fmla="*/ 168593 h 552450"/>
                  <a:gd name="connsiteX27" fmla="*/ 663893 w 1062990"/>
                  <a:gd name="connsiteY27" fmla="*/ 41910 h 552450"/>
                  <a:gd name="connsiteX28" fmla="*/ 191453 w 1062990"/>
                  <a:gd name="connsiteY28" fmla="*/ 445770 h 552450"/>
                  <a:gd name="connsiteX29" fmla="*/ 42863 w 1062990"/>
                  <a:gd name="connsiteY29" fmla="*/ 445770 h 552450"/>
                  <a:gd name="connsiteX30" fmla="*/ 42863 w 1062990"/>
                  <a:gd name="connsiteY30" fmla="*/ 233363 h 552450"/>
                  <a:gd name="connsiteX31" fmla="*/ 191453 w 1062990"/>
                  <a:gd name="connsiteY31" fmla="*/ 233363 h 552450"/>
                  <a:gd name="connsiteX32" fmla="*/ 191453 w 1062990"/>
                  <a:gd name="connsiteY32" fmla="*/ 445770 h 552450"/>
                  <a:gd name="connsiteX33" fmla="*/ 996315 w 1062990"/>
                  <a:gd name="connsiteY33" fmla="*/ 277178 h 552450"/>
                  <a:gd name="connsiteX34" fmla="*/ 946785 w 1062990"/>
                  <a:gd name="connsiteY34" fmla="*/ 318135 h 552450"/>
                  <a:gd name="connsiteX35" fmla="*/ 716280 w 1062990"/>
                  <a:gd name="connsiteY35" fmla="*/ 509588 h 552450"/>
                  <a:gd name="connsiteX36" fmla="*/ 411480 w 1062990"/>
                  <a:gd name="connsiteY36" fmla="*/ 509588 h 552450"/>
                  <a:gd name="connsiteX37" fmla="*/ 234315 w 1062990"/>
                  <a:gd name="connsiteY37" fmla="*/ 451485 h 552450"/>
                  <a:gd name="connsiteX38" fmla="*/ 234315 w 1062990"/>
                  <a:gd name="connsiteY38" fmla="*/ 220980 h 552450"/>
                  <a:gd name="connsiteX39" fmla="*/ 344805 w 1062990"/>
                  <a:gd name="connsiteY39" fmla="*/ 169545 h 552450"/>
                  <a:gd name="connsiteX40" fmla="*/ 456248 w 1062990"/>
                  <a:gd name="connsiteY40" fmla="*/ 225743 h 552450"/>
                  <a:gd name="connsiteX41" fmla="*/ 462915 w 1062990"/>
                  <a:gd name="connsiteY41" fmla="*/ 232410 h 552450"/>
                  <a:gd name="connsiteX42" fmla="*/ 600075 w 1062990"/>
                  <a:gd name="connsiteY42" fmla="*/ 232410 h 552450"/>
                  <a:gd name="connsiteX43" fmla="*/ 703898 w 1062990"/>
                  <a:gd name="connsiteY43" fmla="*/ 317183 h 552450"/>
                  <a:gd name="connsiteX44" fmla="*/ 503873 w 1062990"/>
                  <a:gd name="connsiteY44" fmla="*/ 317183 h 552450"/>
                  <a:gd name="connsiteX45" fmla="*/ 503873 w 1062990"/>
                  <a:gd name="connsiteY45" fmla="*/ 360045 h 552450"/>
                  <a:gd name="connsiteX46" fmla="*/ 762953 w 1062990"/>
                  <a:gd name="connsiteY46" fmla="*/ 360045 h 552450"/>
                  <a:gd name="connsiteX47" fmla="*/ 768668 w 1062990"/>
                  <a:gd name="connsiteY47" fmla="*/ 355283 h 552450"/>
                  <a:gd name="connsiteX48" fmla="*/ 827723 w 1062990"/>
                  <a:gd name="connsiteY48" fmla="*/ 302895 h 552450"/>
                  <a:gd name="connsiteX49" fmla="*/ 860108 w 1062990"/>
                  <a:gd name="connsiteY49" fmla="*/ 274320 h 552450"/>
                  <a:gd name="connsiteX50" fmla="*/ 941070 w 1062990"/>
                  <a:gd name="connsiteY50" fmla="*/ 249555 h 552450"/>
                  <a:gd name="connsiteX51" fmla="*/ 1001078 w 1062990"/>
                  <a:gd name="connsiteY51" fmla="*/ 274320 h 552450"/>
                  <a:gd name="connsiteX52" fmla="*/ 996315 w 1062990"/>
                  <a:gd name="connsiteY52" fmla="*/ 27813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62990" h="552450">
                    <a:moveTo>
                      <a:pt x="1048703" y="261938"/>
                    </a:moveTo>
                    <a:cubicBezTo>
                      <a:pt x="1022033" y="230505"/>
                      <a:pt x="985838" y="211455"/>
                      <a:pt x="944880" y="206693"/>
                    </a:cubicBezTo>
                    <a:cubicBezTo>
                      <a:pt x="940118" y="206693"/>
                      <a:pt x="935355" y="206693"/>
                      <a:pt x="929640" y="206693"/>
                    </a:cubicBezTo>
                    <a:cubicBezTo>
                      <a:pt x="898208" y="85725"/>
                      <a:pt x="788670" y="0"/>
                      <a:pt x="661988" y="0"/>
                    </a:cubicBezTo>
                    <a:cubicBezTo>
                      <a:pt x="535305" y="0"/>
                      <a:pt x="465773" y="57150"/>
                      <a:pt x="418148" y="146685"/>
                    </a:cubicBezTo>
                    <a:cubicBezTo>
                      <a:pt x="396240" y="136208"/>
                      <a:pt x="371475" y="127635"/>
                      <a:pt x="343853" y="127635"/>
                    </a:cubicBezTo>
                    <a:cubicBezTo>
                      <a:pt x="279083" y="127635"/>
                      <a:pt x="222885" y="174308"/>
                      <a:pt x="203835" y="191452"/>
                    </a:cubicBezTo>
                    <a:lnTo>
                      <a:pt x="0" y="191452"/>
                    </a:lnTo>
                    <a:lnTo>
                      <a:pt x="0" y="488633"/>
                    </a:lnTo>
                    <a:lnTo>
                      <a:pt x="209550" y="488633"/>
                    </a:lnTo>
                    <a:lnTo>
                      <a:pt x="404813" y="552450"/>
                    </a:lnTo>
                    <a:lnTo>
                      <a:pt x="732473" y="552450"/>
                    </a:lnTo>
                    <a:lnTo>
                      <a:pt x="738188" y="547688"/>
                    </a:lnTo>
                    <a:cubicBezTo>
                      <a:pt x="874395" y="434340"/>
                      <a:pt x="939165" y="381000"/>
                      <a:pt x="974408" y="351473"/>
                    </a:cubicBezTo>
                    <a:cubicBezTo>
                      <a:pt x="999173" y="331153"/>
                      <a:pt x="1015365" y="317818"/>
                      <a:pt x="1022985" y="311468"/>
                    </a:cubicBezTo>
                    <a:cubicBezTo>
                      <a:pt x="1027748" y="307658"/>
                      <a:pt x="1034415" y="301943"/>
                      <a:pt x="1045845" y="293370"/>
                    </a:cubicBezTo>
                    <a:lnTo>
                      <a:pt x="1062990" y="280035"/>
                    </a:lnTo>
                    <a:lnTo>
                      <a:pt x="1048703" y="263843"/>
                    </a:lnTo>
                    <a:close/>
                    <a:moveTo>
                      <a:pt x="662940" y="41910"/>
                    </a:moveTo>
                    <a:cubicBezTo>
                      <a:pt x="768668" y="41910"/>
                      <a:pt x="860108" y="112395"/>
                      <a:pt x="887730" y="212408"/>
                    </a:cubicBezTo>
                    <a:cubicBezTo>
                      <a:pt x="867728" y="218123"/>
                      <a:pt x="849630" y="227648"/>
                      <a:pt x="832485" y="240983"/>
                    </a:cubicBezTo>
                    <a:cubicBezTo>
                      <a:pt x="822008" y="249555"/>
                      <a:pt x="810578" y="260033"/>
                      <a:pt x="798195" y="271463"/>
                    </a:cubicBezTo>
                    <a:cubicBezTo>
                      <a:pt x="783908" y="284798"/>
                      <a:pt x="767715" y="300038"/>
                      <a:pt x="746760" y="318135"/>
                    </a:cubicBezTo>
                    <a:lnTo>
                      <a:pt x="746760" y="318135"/>
                    </a:lnTo>
                    <a:cubicBezTo>
                      <a:pt x="736283" y="245745"/>
                      <a:pt x="674370" y="190500"/>
                      <a:pt x="600075" y="190500"/>
                    </a:cubicBezTo>
                    <a:lnTo>
                      <a:pt x="481965" y="190500"/>
                    </a:lnTo>
                    <a:cubicBezTo>
                      <a:pt x="476250" y="184785"/>
                      <a:pt x="467678" y="177165"/>
                      <a:pt x="456248" y="168593"/>
                    </a:cubicBezTo>
                    <a:cubicBezTo>
                      <a:pt x="496253" y="91440"/>
                      <a:pt x="576263" y="41910"/>
                      <a:pt x="663893" y="41910"/>
                    </a:cubicBezTo>
                    <a:close/>
                    <a:moveTo>
                      <a:pt x="191453" y="445770"/>
                    </a:moveTo>
                    <a:lnTo>
                      <a:pt x="42863" y="445770"/>
                    </a:lnTo>
                    <a:lnTo>
                      <a:pt x="42863" y="233363"/>
                    </a:lnTo>
                    <a:lnTo>
                      <a:pt x="191453" y="233363"/>
                    </a:lnTo>
                    <a:lnTo>
                      <a:pt x="191453" y="445770"/>
                    </a:lnTo>
                    <a:close/>
                    <a:moveTo>
                      <a:pt x="996315" y="277178"/>
                    </a:moveTo>
                    <a:cubicBezTo>
                      <a:pt x="988057" y="283528"/>
                      <a:pt x="971550" y="297180"/>
                      <a:pt x="946785" y="318135"/>
                    </a:cubicBezTo>
                    <a:cubicBezTo>
                      <a:pt x="912495" y="346710"/>
                      <a:pt x="848678" y="400050"/>
                      <a:pt x="716280" y="509588"/>
                    </a:cubicBezTo>
                    <a:lnTo>
                      <a:pt x="411480" y="509588"/>
                    </a:lnTo>
                    <a:lnTo>
                      <a:pt x="234315" y="451485"/>
                    </a:lnTo>
                    <a:lnTo>
                      <a:pt x="234315" y="220980"/>
                    </a:lnTo>
                    <a:cubicBezTo>
                      <a:pt x="250508" y="206693"/>
                      <a:pt x="296228" y="169545"/>
                      <a:pt x="344805" y="169545"/>
                    </a:cubicBezTo>
                    <a:cubicBezTo>
                      <a:pt x="393383" y="169545"/>
                      <a:pt x="456248" y="225743"/>
                      <a:pt x="456248" y="225743"/>
                    </a:cubicBezTo>
                    <a:lnTo>
                      <a:pt x="462915" y="232410"/>
                    </a:lnTo>
                    <a:lnTo>
                      <a:pt x="600075" y="232410"/>
                    </a:lnTo>
                    <a:cubicBezTo>
                      <a:pt x="651510" y="232410"/>
                      <a:pt x="694373" y="268605"/>
                      <a:pt x="703898" y="317183"/>
                    </a:cubicBezTo>
                    <a:lnTo>
                      <a:pt x="503873" y="317183"/>
                    </a:lnTo>
                    <a:lnTo>
                      <a:pt x="503873" y="360045"/>
                    </a:lnTo>
                    <a:lnTo>
                      <a:pt x="762953" y="360045"/>
                    </a:lnTo>
                    <a:lnTo>
                      <a:pt x="768668" y="355283"/>
                    </a:lnTo>
                    <a:cubicBezTo>
                      <a:pt x="793433" y="334328"/>
                      <a:pt x="812483" y="317183"/>
                      <a:pt x="827723" y="302895"/>
                    </a:cubicBezTo>
                    <a:cubicBezTo>
                      <a:pt x="840105" y="291465"/>
                      <a:pt x="849630" y="281940"/>
                      <a:pt x="860108" y="274320"/>
                    </a:cubicBezTo>
                    <a:cubicBezTo>
                      <a:pt x="882968" y="255270"/>
                      <a:pt x="911543" y="246698"/>
                      <a:pt x="941070" y="249555"/>
                    </a:cubicBezTo>
                    <a:cubicBezTo>
                      <a:pt x="962978" y="251460"/>
                      <a:pt x="983933" y="260033"/>
                      <a:pt x="1001078" y="274320"/>
                    </a:cubicBezTo>
                    <a:cubicBezTo>
                      <a:pt x="999173" y="275273"/>
                      <a:pt x="998220" y="277178"/>
                      <a:pt x="996315" y="278130"/>
                    </a:cubicBezTo>
                    <a:close/>
                  </a:path>
                </a:pathLst>
              </a:custGeom>
              <a:solidFill>
                <a:schemeClr val="bg1"/>
              </a:solid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35474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1">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BE623F-DB6C-3D05-E5AC-0FB1CD275E39}"/>
              </a:ext>
              <a:ext uri="{C183D7F6-B498-43B3-948B-1728B52AA6E4}">
                <adec:decorative xmlns:adec="http://schemas.microsoft.com/office/drawing/2017/decorative" val="1"/>
              </a:ext>
            </a:extLst>
          </p:cNvPr>
          <p:cNvSpPr/>
          <p:nvPr userDrawn="1"/>
        </p:nvSpPr>
        <p:spPr>
          <a:xfrm>
            <a:off x="0" y="0"/>
            <a:ext cx="20318413" cy="1143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Tree>
    <p:extLst>
      <p:ext uri="{BB962C8B-B14F-4D97-AF65-F5344CB8AC3E}">
        <p14:creationId xmlns:p14="http://schemas.microsoft.com/office/powerpoint/2010/main" val="27576582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2">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BE623F-DB6C-3D05-E5AC-0FB1CD275E39}"/>
              </a:ext>
              <a:ext uri="{C183D7F6-B498-43B3-948B-1728B52AA6E4}">
                <adec:decorative xmlns:adec="http://schemas.microsoft.com/office/drawing/2017/decorative" val="1"/>
              </a:ext>
            </a:extLst>
          </p:cNvPr>
          <p:cNvSpPr/>
          <p:nvPr userDrawn="1"/>
        </p:nvSpPr>
        <p:spPr>
          <a:xfrm>
            <a:off x="0" y="0"/>
            <a:ext cx="20318413" cy="1143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Tree>
    <p:extLst>
      <p:ext uri="{BB962C8B-B14F-4D97-AF65-F5344CB8AC3E}">
        <p14:creationId xmlns:p14="http://schemas.microsoft.com/office/powerpoint/2010/main" val="8082801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yout 1 - Maroon - 2 Column w/ Media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marL="0" marR="0" indent="0" algn="l" defTabSz="1523848" rtl="0" eaLnBrk="1" fontAlgn="auto" latinLnBrk="0" hangingPunct="1">
              <a:lnSpc>
                <a:spcPct val="110000"/>
              </a:lnSpc>
              <a:spcBef>
                <a:spcPct val="0"/>
              </a:spcBef>
              <a:spcAft>
                <a:spcPts val="1000"/>
              </a:spcAft>
              <a:buClrTx/>
              <a:buSzTx/>
              <a:buFontTx/>
              <a:buNone/>
              <a:tabLs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marR="0" indent="0" algn="l" defTabSz="1523848" rtl="0" eaLnBrk="1" fontAlgn="auto" latinLnBrk="0" hangingPunct="1">
              <a:lnSpc>
                <a:spcPct val="90000"/>
              </a:lnSpc>
              <a:spcBef>
                <a:spcPts val="1667"/>
              </a:spcBef>
              <a:spcAft>
                <a:spcPts val="0"/>
              </a:spcAft>
              <a:buClrTx/>
              <a:buSzTx/>
              <a:buFont typeface="Arial" panose="020B0604020202020204" pitchFamily="34" charset="0"/>
              <a:buNone/>
              <a:tabLst/>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4" name="Straight Connector 3">
            <a:extLst>
              <a:ext uri="{FF2B5EF4-FFF2-40B4-BE49-F238E27FC236}">
                <a16:creationId xmlns:a16="http://schemas.microsoft.com/office/drawing/2014/main" id="{FB4B14DC-23EE-FBE4-6AE9-EC06E3E5F700}"/>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7174E78C-7224-CFE0-F0BC-D6CF58ECD75C}"/>
              </a:ext>
            </a:extLst>
          </p:cNvPr>
          <p:cNvSpPr>
            <a:spLocks noGrp="1"/>
          </p:cNvSpPr>
          <p:nvPr>
            <p:ph idx="19" hasCustomPrompt="1"/>
          </p:nvPr>
        </p:nvSpPr>
        <p:spPr>
          <a:xfrm>
            <a:off x="10522227" y="2584174"/>
            <a:ext cx="9358035" cy="6864625"/>
          </a:xfrm>
          <a:prstGeom prst="rect">
            <a:avLst/>
          </a:prstGeom>
        </p:spPr>
        <p:txBody>
          <a:bodyPr/>
          <a:lstStyle>
            <a:lvl1pPr algn="ctr">
              <a:defRPr sz="2500">
                <a:solidFill>
                  <a:schemeClr val="bg1"/>
                </a:solidFill>
              </a:defRPr>
            </a:lvl1pPr>
          </a:lstStyle>
          <a:p>
            <a:pPr lvl="0"/>
            <a:r>
              <a:rPr lang="en-US"/>
              <a:t>Click to add media</a:t>
            </a:r>
          </a:p>
        </p:txBody>
      </p:sp>
      <p:sp>
        <p:nvSpPr>
          <p:cNvPr id="13" name="Footer Placeholder 12">
            <a:extLst>
              <a:ext uri="{FF2B5EF4-FFF2-40B4-BE49-F238E27FC236}">
                <a16:creationId xmlns:a16="http://schemas.microsoft.com/office/drawing/2014/main" id="{86AFD4D6-CC7D-9D99-DF02-F294BC8603E0}"/>
              </a:ext>
            </a:extLst>
          </p:cNvPr>
          <p:cNvSpPr>
            <a:spLocks noGrp="1"/>
          </p:cNvSpPr>
          <p:nvPr>
            <p:ph type="ftr" sz="quarter" idx="21"/>
          </p:nvPr>
        </p:nvSpPr>
        <p:spPr/>
        <p:txBody>
          <a:bodyPr/>
          <a:lstStyle/>
          <a:p>
            <a:endParaRPr lang="en-US"/>
          </a:p>
        </p:txBody>
      </p:sp>
      <p:sp>
        <p:nvSpPr>
          <p:cNvPr id="15" name="Date Placeholder 3">
            <a:extLst>
              <a:ext uri="{FF2B5EF4-FFF2-40B4-BE49-F238E27FC236}">
                <a16:creationId xmlns:a16="http://schemas.microsoft.com/office/drawing/2014/main" id="{5B5A15BD-FD3B-A9EB-7651-4C15CB2C142B}"/>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bg1"/>
                </a:solidFill>
              </a:defRPr>
            </a:lvl1pPr>
          </a:lstStyle>
          <a:p>
            <a:fld id="{D2792E9C-7E5E-F14F-B049-5BFE22D713B7}" type="datetime4">
              <a:rPr lang="en-CA" smtClean="0"/>
              <a:pPr/>
              <a:t>April 12, 2026</a:t>
            </a:fld>
            <a:endParaRPr lang="en-US"/>
          </a:p>
        </p:txBody>
      </p:sp>
      <p:sp>
        <p:nvSpPr>
          <p:cNvPr id="14" name="Slide Number Placeholder 13">
            <a:extLst>
              <a:ext uri="{FF2B5EF4-FFF2-40B4-BE49-F238E27FC236}">
                <a16:creationId xmlns:a16="http://schemas.microsoft.com/office/drawing/2014/main" id="{633B25B5-1522-E269-6B4D-E80F42610EA8}"/>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801068910"/>
      </p:ext>
    </p:extLst>
  </p:cSld>
  <p:clrMapOvr>
    <a:masterClrMapping/>
  </p:clrMapOvr>
  <p:extLst>
    <p:ext uri="{DCECCB84-F9BA-43D5-87BE-67443E8EF086}">
      <p15:sldGuideLst xmlns:p15="http://schemas.microsoft.com/office/powerpoint/2012/main">
        <p15:guide id="1" orient="horz" pos="3600" userDrawn="1">
          <p15:clr>
            <a:srgbClr val="FBAE40"/>
          </p15:clr>
        </p15:guide>
        <p15:guide id="2" pos="6399"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ayout 1b - Maroon - 2 Column w/ Media Left - No Header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7174E78C-7224-CFE0-F0BC-D6CF58ECD75C}"/>
              </a:ext>
            </a:extLst>
          </p:cNvPr>
          <p:cNvSpPr>
            <a:spLocks noGrp="1"/>
          </p:cNvSpPr>
          <p:nvPr>
            <p:ph idx="19" hasCustomPrompt="1"/>
          </p:nvPr>
        </p:nvSpPr>
        <p:spPr>
          <a:xfrm>
            <a:off x="10522227" y="2584174"/>
            <a:ext cx="9358035" cy="6864625"/>
          </a:xfrm>
          <a:prstGeom prst="rect">
            <a:avLst/>
          </a:prstGeom>
        </p:spPr>
        <p:txBody>
          <a:bodyPr/>
          <a:lstStyle>
            <a:lvl1pPr algn="ctr">
              <a:defRPr sz="2500">
                <a:solidFill>
                  <a:schemeClr val="bg1"/>
                </a:solidFill>
              </a:defRPr>
            </a:lvl1pPr>
          </a:lstStyle>
          <a:p>
            <a:pPr lvl="0"/>
            <a:r>
              <a:rPr lang="en-US"/>
              <a:t>Click to add media</a:t>
            </a:r>
          </a:p>
        </p:txBody>
      </p:sp>
      <p:sp>
        <p:nvSpPr>
          <p:cNvPr id="8" name="Footer Placeholder 7">
            <a:extLst>
              <a:ext uri="{FF2B5EF4-FFF2-40B4-BE49-F238E27FC236}">
                <a16:creationId xmlns:a16="http://schemas.microsoft.com/office/drawing/2014/main" id="{3FF6AF12-7C41-8BE1-F0D0-29655407E7C0}"/>
              </a:ext>
            </a:extLst>
          </p:cNvPr>
          <p:cNvSpPr>
            <a:spLocks noGrp="1"/>
          </p:cNvSpPr>
          <p:nvPr>
            <p:ph type="ftr" sz="quarter" idx="21"/>
          </p:nvPr>
        </p:nvSpPr>
        <p:spPr/>
        <p:txBody>
          <a:bodyPr/>
          <a:lstStyle/>
          <a:p>
            <a:endParaRPr lang="en-US"/>
          </a:p>
        </p:txBody>
      </p:sp>
      <p:sp>
        <p:nvSpPr>
          <p:cNvPr id="11" name="Date Placeholder 3">
            <a:extLst>
              <a:ext uri="{FF2B5EF4-FFF2-40B4-BE49-F238E27FC236}">
                <a16:creationId xmlns:a16="http://schemas.microsoft.com/office/drawing/2014/main" id="{CB6DC690-5E0E-28AC-904A-0B078C570EF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bg1"/>
                </a:solidFill>
              </a:defRPr>
            </a:lvl1pPr>
          </a:lstStyle>
          <a:p>
            <a:fld id="{D2792E9C-7E5E-F14F-B049-5BFE22D713B7}" type="datetime4">
              <a:rPr lang="en-CA" smtClean="0"/>
              <a:pPr/>
              <a:t>April 12, 2026</a:t>
            </a:fld>
            <a:endParaRPr lang="en-US"/>
          </a:p>
        </p:txBody>
      </p:sp>
      <p:sp>
        <p:nvSpPr>
          <p:cNvPr id="10" name="Slide Number Placeholder 9">
            <a:extLst>
              <a:ext uri="{FF2B5EF4-FFF2-40B4-BE49-F238E27FC236}">
                <a16:creationId xmlns:a16="http://schemas.microsoft.com/office/drawing/2014/main" id="{6E704A5E-F49B-B7F5-E918-A733AE8352DD}"/>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3035517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yout 2 - Maroon - 2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2"/>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896D3EB3-4253-442C-A8D9-9DF1DE97D528}"/>
              </a:ext>
            </a:extLst>
          </p:cNvPr>
          <p:cNvSpPr>
            <a:spLocks noGrp="1"/>
          </p:cNvSpPr>
          <p:nvPr>
            <p:ph type="body" sz="quarter" idx="15"/>
          </p:nvPr>
        </p:nvSpPr>
        <p:spPr>
          <a:xfrm>
            <a:off x="10523054"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9D081330-5A28-E4D0-9326-FCD3C8A3092B}"/>
              </a:ext>
            </a:extLst>
          </p:cNvPr>
          <p:cNvSpPr>
            <a:spLocks noGrp="1"/>
          </p:cNvSpPr>
          <p:nvPr>
            <p:ph type="ftr" sz="quarter" idx="17"/>
          </p:nvPr>
        </p:nvSpPr>
        <p:spPr/>
        <p:txBody>
          <a:bodyPr/>
          <a:lstStyle/>
          <a:p>
            <a:endParaRPr lang="en-US"/>
          </a:p>
        </p:txBody>
      </p:sp>
      <p:sp>
        <p:nvSpPr>
          <p:cNvPr id="6" name="Date Placeholder 5">
            <a:extLst>
              <a:ext uri="{FF2B5EF4-FFF2-40B4-BE49-F238E27FC236}">
                <a16:creationId xmlns:a16="http://schemas.microsoft.com/office/drawing/2014/main" id="{99142229-C23E-F804-341D-00160009F1E6}"/>
              </a:ext>
            </a:extLst>
          </p:cNvPr>
          <p:cNvSpPr>
            <a:spLocks noGrp="1"/>
          </p:cNvSpPr>
          <p:nvPr>
            <p:ph type="dt" sz="half" idx="16"/>
          </p:nvPr>
        </p:nvSpPr>
        <p:spPr/>
        <p:txBody>
          <a:bodyPr/>
          <a:lstStyle/>
          <a:p>
            <a:fld id="{D2792E9C-7E5E-F14F-B049-5BFE22D713B7}" type="datetime4">
              <a:rPr lang="en-CA" smtClean="0"/>
              <a:t>April 12, 2026</a:t>
            </a:fld>
            <a:endParaRPr lang="en-US"/>
          </a:p>
        </p:txBody>
      </p:sp>
      <p:sp>
        <p:nvSpPr>
          <p:cNvPr id="11" name="Slide Number Placeholder 10">
            <a:extLst>
              <a:ext uri="{FF2B5EF4-FFF2-40B4-BE49-F238E27FC236}">
                <a16:creationId xmlns:a16="http://schemas.microsoft.com/office/drawing/2014/main" id="{03A262C7-63EC-2138-A464-D796BD33251E}"/>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3294154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yout 3 - Maroon - 2 Column Text w/ Full Blee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9719213"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9719213"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6" name="Straight Connector 5">
            <a:extLst>
              <a:ext uri="{FF2B5EF4-FFF2-40B4-BE49-F238E27FC236}">
                <a16:creationId xmlns:a16="http://schemas.microsoft.com/office/drawing/2014/main" id="{A26B1CBC-42D7-E0E9-7FA2-DD0FC19C435E}"/>
              </a:ext>
              <a:ext uri="{C183D7F6-B498-43B3-948B-1728B52AA6E4}">
                <adec:decorative xmlns:adec="http://schemas.microsoft.com/office/drawing/2017/decorative" val="1"/>
              </a:ext>
            </a:extLst>
          </p:cNvPr>
          <p:cNvCxnSpPr>
            <a:cxnSpLocks/>
          </p:cNvCxnSpPr>
          <p:nvPr userDrawn="1"/>
        </p:nvCxnSpPr>
        <p:spPr>
          <a:xfrm>
            <a:off x="0" y="1881808"/>
            <a:ext cx="10158413" cy="0"/>
          </a:xfrm>
          <a:prstGeom prst="line">
            <a:avLst/>
          </a:prstGeom>
          <a:ln w="22225">
            <a:solidFill>
              <a:schemeClr val="bg2"/>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10158413" y="1"/>
            <a:ext cx="10160000" cy="9448786"/>
          </a:xfrm>
          <a:prstGeom prst="rect">
            <a:avLst/>
          </a:prstGeom>
        </p:spPr>
        <p:txBody>
          <a:bodyPr/>
          <a:lstStyle>
            <a:lvl1pPr>
              <a:defRPr>
                <a:solidFill>
                  <a:schemeClr val="bg1"/>
                </a:solidFill>
              </a:defRPr>
            </a:lvl1pPr>
          </a:lstStyle>
          <a:p>
            <a:endParaRPr lang="en-US"/>
          </a:p>
        </p:txBody>
      </p:sp>
      <p:sp>
        <p:nvSpPr>
          <p:cNvPr id="13" name="Footer Placeholder 12">
            <a:extLst>
              <a:ext uri="{FF2B5EF4-FFF2-40B4-BE49-F238E27FC236}">
                <a16:creationId xmlns:a16="http://schemas.microsoft.com/office/drawing/2014/main" id="{13A5F7C0-3B3D-00CB-EBCE-D8B8259CE32C}"/>
              </a:ext>
            </a:extLst>
          </p:cNvPr>
          <p:cNvSpPr>
            <a:spLocks noGrp="1"/>
          </p:cNvSpPr>
          <p:nvPr>
            <p:ph type="ftr" sz="quarter" idx="17"/>
          </p:nvPr>
        </p:nvSpPr>
        <p:spPr/>
        <p:txBody>
          <a:bodyPr/>
          <a:lstStyle/>
          <a:p>
            <a:endParaRPr lang="en-US"/>
          </a:p>
        </p:txBody>
      </p:sp>
      <p:sp>
        <p:nvSpPr>
          <p:cNvPr id="12" name="Date Placeholder 11">
            <a:extLst>
              <a:ext uri="{FF2B5EF4-FFF2-40B4-BE49-F238E27FC236}">
                <a16:creationId xmlns:a16="http://schemas.microsoft.com/office/drawing/2014/main" id="{31E4168D-5150-026C-2958-B4D881016B62}"/>
              </a:ext>
            </a:extLst>
          </p:cNvPr>
          <p:cNvSpPr>
            <a:spLocks noGrp="1"/>
          </p:cNvSpPr>
          <p:nvPr>
            <p:ph type="dt" sz="half" idx="16"/>
          </p:nvPr>
        </p:nvSpPr>
        <p:spPr/>
        <p:txBody>
          <a:bodyPr/>
          <a:lstStyle/>
          <a:p>
            <a:fld id="{D2792E9C-7E5E-F14F-B049-5BFE22D713B7}" type="datetime4">
              <a:rPr lang="en-CA" smtClean="0"/>
              <a:t>April 12, 2026</a:t>
            </a:fld>
            <a:endParaRPr lang="en-US"/>
          </a:p>
        </p:txBody>
      </p:sp>
      <p:sp>
        <p:nvSpPr>
          <p:cNvPr id="14" name="Slide Number Placeholder 13">
            <a:extLst>
              <a:ext uri="{FF2B5EF4-FFF2-40B4-BE49-F238E27FC236}">
                <a16:creationId xmlns:a16="http://schemas.microsoft.com/office/drawing/2014/main" id="{CF903402-49EA-7F72-EFF3-AA4C3E975EAC}"/>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915077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yout 3b - Maroon - 2 Column Text w/ Full Blee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9719213"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9719213"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6" name="Straight Connector 5">
            <a:extLst>
              <a:ext uri="{FF2B5EF4-FFF2-40B4-BE49-F238E27FC236}">
                <a16:creationId xmlns:a16="http://schemas.microsoft.com/office/drawing/2014/main" id="{A26B1CBC-42D7-E0E9-7FA2-DD0FC19C435E}"/>
              </a:ext>
              <a:ext uri="{C183D7F6-B498-43B3-948B-1728B52AA6E4}">
                <adec:decorative xmlns:adec="http://schemas.microsoft.com/office/drawing/2017/decorative" val="1"/>
              </a:ext>
            </a:extLst>
          </p:cNvPr>
          <p:cNvCxnSpPr>
            <a:cxnSpLocks/>
          </p:cNvCxnSpPr>
          <p:nvPr userDrawn="1"/>
        </p:nvCxnSpPr>
        <p:spPr>
          <a:xfrm>
            <a:off x="0" y="1881808"/>
            <a:ext cx="1015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10158413" y="0"/>
            <a:ext cx="10160000" cy="10332000"/>
          </a:xfrm>
          <a:prstGeom prst="rect">
            <a:avLst/>
          </a:prstGeom>
        </p:spPr>
        <p:txBody>
          <a:bodyPr/>
          <a:lstStyle>
            <a:lvl1pPr>
              <a:defRPr>
                <a:solidFill>
                  <a:schemeClr val="bg1"/>
                </a:solidFill>
              </a:defRPr>
            </a:lvl1pPr>
          </a:lstStyle>
          <a:p>
            <a:endParaRPr lang="en-US"/>
          </a:p>
        </p:txBody>
      </p:sp>
      <p:sp>
        <p:nvSpPr>
          <p:cNvPr id="13" name="Footer Placeholder 12">
            <a:extLst>
              <a:ext uri="{FF2B5EF4-FFF2-40B4-BE49-F238E27FC236}">
                <a16:creationId xmlns:a16="http://schemas.microsoft.com/office/drawing/2014/main" id="{13A5F7C0-3B3D-00CB-EBCE-D8B8259CE32C}"/>
              </a:ext>
            </a:extLst>
          </p:cNvPr>
          <p:cNvSpPr>
            <a:spLocks noGrp="1"/>
          </p:cNvSpPr>
          <p:nvPr>
            <p:ph type="ftr" sz="quarter" idx="17"/>
          </p:nvPr>
        </p:nvSpPr>
        <p:spPr/>
        <p:txBody>
          <a:bodyPr/>
          <a:lstStyle/>
          <a:p>
            <a:endParaRPr lang="en-US"/>
          </a:p>
        </p:txBody>
      </p:sp>
      <p:sp>
        <p:nvSpPr>
          <p:cNvPr id="12" name="Date Placeholder 11">
            <a:extLst>
              <a:ext uri="{FF2B5EF4-FFF2-40B4-BE49-F238E27FC236}">
                <a16:creationId xmlns:a16="http://schemas.microsoft.com/office/drawing/2014/main" id="{31E4168D-5150-026C-2958-B4D881016B62}"/>
              </a:ext>
            </a:extLst>
          </p:cNvPr>
          <p:cNvSpPr>
            <a:spLocks noGrp="1"/>
          </p:cNvSpPr>
          <p:nvPr>
            <p:ph type="dt" sz="half" idx="16"/>
          </p:nvPr>
        </p:nvSpPr>
        <p:spPr/>
        <p:txBody>
          <a:bodyPr/>
          <a:lstStyle/>
          <a:p>
            <a:fld id="{D2792E9C-7E5E-F14F-B049-5BFE22D713B7}" type="datetime4">
              <a:rPr lang="en-CA" smtClean="0"/>
              <a:t>April 12, 2026</a:t>
            </a:fld>
            <a:endParaRPr lang="en-US"/>
          </a:p>
        </p:txBody>
      </p:sp>
      <p:sp>
        <p:nvSpPr>
          <p:cNvPr id="14" name="Slide Number Placeholder 13">
            <a:extLst>
              <a:ext uri="{FF2B5EF4-FFF2-40B4-BE49-F238E27FC236}">
                <a16:creationId xmlns:a16="http://schemas.microsoft.com/office/drawing/2014/main" id="{CF903402-49EA-7F72-EFF3-AA4C3E975EAC}"/>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987154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ayout 4 - Maroon - 2 Column Text w/ Centre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Picture Placeholder 8">
            <a:extLst>
              <a:ext uri="{FF2B5EF4-FFF2-40B4-BE49-F238E27FC236}">
                <a16:creationId xmlns:a16="http://schemas.microsoft.com/office/drawing/2014/main" id="{42E8FF69-497B-08CB-9F38-1BCA485AFF8E}"/>
              </a:ext>
            </a:extLst>
          </p:cNvPr>
          <p:cNvSpPr>
            <a:spLocks noGrp="1"/>
          </p:cNvSpPr>
          <p:nvPr>
            <p:ph type="pic" sz="quarter" idx="23"/>
          </p:nvPr>
        </p:nvSpPr>
        <p:spPr>
          <a:xfrm>
            <a:off x="439200" y="2044800"/>
            <a:ext cx="19443600" cy="3668400"/>
          </a:xfrm>
          <a:prstGeom prst="rect">
            <a:avLst/>
          </a:prstGeom>
        </p:spPr>
        <p:txBody>
          <a:bodyPr/>
          <a:lstStyle>
            <a:lvl1pPr>
              <a:defRPr>
                <a:solidFill>
                  <a:schemeClr val="bg1"/>
                </a:solidFill>
              </a:defRPr>
            </a:lvl1pPr>
          </a:lstStyle>
          <a:p>
            <a:endParaRPr lang="en-US"/>
          </a:p>
        </p:txBody>
      </p: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9200" y="6267600"/>
            <a:ext cx="9356400" cy="3178800"/>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896D3EB3-4253-442C-A8D9-9DF1DE97D528}"/>
              </a:ext>
            </a:extLst>
          </p:cNvPr>
          <p:cNvSpPr>
            <a:spLocks noGrp="1"/>
          </p:cNvSpPr>
          <p:nvPr>
            <p:ph type="body" sz="quarter" idx="15"/>
          </p:nvPr>
        </p:nvSpPr>
        <p:spPr>
          <a:xfrm>
            <a:off x="10523054" y="6267600"/>
            <a:ext cx="9356400" cy="3178800"/>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AC4680B1-AE53-6408-584D-F76A8EC3426E}"/>
              </a:ext>
            </a:extLst>
          </p:cNvPr>
          <p:cNvSpPr>
            <a:spLocks noGrp="1"/>
          </p:cNvSpPr>
          <p:nvPr>
            <p:ph type="ftr" sz="quarter" idx="25"/>
          </p:nvPr>
        </p:nvSpPr>
        <p:spPr/>
        <p:txBody>
          <a:bodyPr/>
          <a:lstStyle/>
          <a:p>
            <a:endParaRPr lang="en-US"/>
          </a:p>
        </p:txBody>
      </p:sp>
      <p:sp>
        <p:nvSpPr>
          <p:cNvPr id="13" name="Date Placeholder 12">
            <a:extLst>
              <a:ext uri="{FF2B5EF4-FFF2-40B4-BE49-F238E27FC236}">
                <a16:creationId xmlns:a16="http://schemas.microsoft.com/office/drawing/2014/main" id="{933BE9F3-3CB4-B281-8CBC-1E004A930F24}"/>
              </a:ext>
            </a:extLst>
          </p:cNvPr>
          <p:cNvSpPr>
            <a:spLocks noGrp="1"/>
          </p:cNvSpPr>
          <p:nvPr>
            <p:ph type="dt" sz="half" idx="24"/>
          </p:nvPr>
        </p:nvSpPr>
        <p:spPr/>
        <p:txBody>
          <a:bodyPr/>
          <a:lstStyle/>
          <a:p>
            <a:fld id="{D2792E9C-7E5E-F14F-B049-5BFE22D713B7}" type="datetime4">
              <a:rPr lang="en-CA" smtClean="0"/>
              <a:t>April 12, 2026</a:t>
            </a:fld>
            <a:endParaRPr lang="en-US"/>
          </a:p>
        </p:txBody>
      </p:sp>
      <p:sp>
        <p:nvSpPr>
          <p:cNvPr id="15" name="Slide Number Placeholder 14">
            <a:extLst>
              <a:ext uri="{FF2B5EF4-FFF2-40B4-BE49-F238E27FC236}">
                <a16:creationId xmlns:a16="http://schemas.microsoft.com/office/drawing/2014/main" id="{3B4B0961-0CB2-24FD-9EAE-6C1840B62577}"/>
              </a:ext>
            </a:extLst>
          </p:cNvPr>
          <p:cNvSpPr>
            <a:spLocks noGrp="1"/>
          </p:cNvSpPr>
          <p:nvPr>
            <p:ph type="sldNum" sz="quarter" idx="26"/>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3830420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ayout 4 - 2 Column Text w/ Callou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68B941-1F2D-5CE2-2A8F-A04A5B1FF2BA}"/>
              </a:ext>
              <a:ext uri="{C183D7F6-B498-43B3-948B-1728B52AA6E4}">
                <adec:decorative xmlns:adec="http://schemas.microsoft.com/office/drawing/2017/decorative" val="1"/>
              </a:ext>
            </a:extLst>
          </p:cNvPr>
          <p:cNvSpPr/>
          <p:nvPr userDrawn="1"/>
        </p:nvSpPr>
        <p:spPr>
          <a:xfrm>
            <a:off x="0" y="-1"/>
            <a:ext cx="20318413" cy="18817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accent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tx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BD6598A0-1819-47B7-56E3-0875334913D9}"/>
              </a:ext>
            </a:extLst>
          </p:cNvPr>
          <p:cNvSpPr>
            <a:spLocks noGrp="1"/>
          </p:cNvSpPr>
          <p:nvPr>
            <p:ph type="body" sz="quarter" idx="12" hasCustomPrompt="1"/>
          </p:nvPr>
        </p:nvSpPr>
        <p:spPr>
          <a:xfrm>
            <a:off x="968238" y="6190742"/>
            <a:ext cx="5366302" cy="427636"/>
          </a:xfrm>
          <a:prstGeom prst="rect">
            <a:avLst/>
          </a:prstGeom>
        </p:spPr>
        <p:txBody>
          <a:bodyPr/>
          <a:lstStyle>
            <a:lvl1pPr marL="0" indent="0" algn="l">
              <a:lnSpc>
                <a:spcPct val="90000"/>
              </a:lnSpc>
              <a:buNone/>
              <a:defRPr sz="2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1" name="Text Placeholder 2">
            <a:extLst>
              <a:ext uri="{FF2B5EF4-FFF2-40B4-BE49-F238E27FC236}">
                <a16:creationId xmlns:a16="http://schemas.microsoft.com/office/drawing/2014/main" id="{8EA568A2-3656-239A-0EB8-2314D9BBC348}"/>
              </a:ext>
            </a:extLst>
          </p:cNvPr>
          <p:cNvSpPr>
            <a:spLocks noGrp="1"/>
          </p:cNvSpPr>
          <p:nvPr>
            <p:ph type="body" sz="quarter" idx="15" hasCustomPrompt="1"/>
          </p:nvPr>
        </p:nvSpPr>
        <p:spPr>
          <a:xfrm>
            <a:off x="968238" y="6745356"/>
            <a:ext cx="5366302" cy="1590261"/>
          </a:xfrm>
          <a:prstGeom prst="rect">
            <a:avLst/>
          </a:prstGeom>
        </p:spPr>
        <p:txBody>
          <a:bodyPr/>
          <a:lstStyle>
            <a:lvl1pPr algn="l">
              <a:lnSpc>
                <a:spcPct val="100000"/>
              </a:lnSpc>
              <a:defRPr sz="3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2" name="Text Placeholder 2">
            <a:extLst>
              <a:ext uri="{FF2B5EF4-FFF2-40B4-BE49-F238E27FC236}">
                <a16:creationId xmlns:a16="http://schemas.microsoft.com/office/drawing/2014/main" id="{A01051A9-1F5E-DEBC-460B-258E83242186}"/>
              </a:ext>
            </a:extLst>
          </p:cNvPr>
          <p:cNvSpPr>
            <a:spLocks noGrp="1"/>
          </p:cNvSpPr>
          <p:nvPr>
            <p:ph type="body" sz="quarter" idx="16" hasCustomPrompt="1"/>
          </p:nvPr>
        </p:nvSpPr>
        <p:spPr>
          <a:xfrm>
            <a:off x="7427654" y="6190742"/>
            <a:ext cx="5366302" cy="427636"/>
          </a:xfrm>
          <a:prstGeom prst="rect">
            <a:avLst/>
          </a:prstGeom>
        </p:spPr>
        <p:txBody>
          <a:bodyPr/>
          <a:lstStyle>
            <a:lvl1pPr marL="0" indent="0" algn="l">
              <a:lnSpc>
                <a:spcPct val="90000"/>
              </a:lnSpc>
              <a:buNone/>
              <a:defRPr sz="2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4" name="Text Placeholder 2">
            <a:extLst>
              <a:ext uri="{FF2B5EF4-FFF2-40B4-BE49-F238E27FC236}">
                <a16:creationId xmlns:a16="http://schemas.microsoft.com/office/drawing/2014/main" id="{C5735E75-8212-0D61-84DB-AE4D33228EEB}"/>
              </a:ext>
            </a:extLst>
          </p:cNvPr>
          <p:cNvSpPr>
            <a:spLocks noGrp="1"/>
          </p:cNvSpPr>
          <p:nvPr>
            <p:ph type="body" sz="quarter" idx="17" hasCustomPrompt="1"/>
          </p:nvPr>
        </p:nvSpPr>
        <p:spPr>
          <a:xfrm>
            <a:off x="7427654" y="6745356"/>
            <a:ext cx="5366302" cy="1590261"/>
          </a:xfrm>
          <a:prstGeom prst="rect">
            <a:avLst/>
          </a:prstGeom>
        </p:spPr>
        <p:txBody>
          <a:bodyPr/>
          <a:lstStyle>
            <a:lvl1pPr algn="l">
              <a:lnSpc>
                <a:spcPct val="100000"/>
              </a:lnSpc>
              <a:defRPr sz="3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5" name="Text Placeholder 2">
            <a:extLst>
              <a:ext uri="{FF2B5EF4-FFF2-40B4-BE49-F238E27FC236}">
                <a16:creationId xmlns:a16="http://schemas.microsoft.com/office/drawing/2014/main" id="{CBC00321-3268-8722-0F55-D1C85C839AD2}"/>
              </a:ext>
            </a:extLst>
          </p:cNvPr>
          <p:cNvSpPr>
            <a:spLocks noGrp="1"/>
          </p:cNvSpPr>
          <p:nvPr>
            <p:ph type="body" sz="quarter" idx="18" hasCustomPrompt="1"/>
          </p:nvPr>
        </p:nvSpPr>
        <p:spPr>
          <a:xfrm>
            <a:off x="13980854" y="6190742"/>
            <a:ext cx="5366302" cy="427636"/>
          </a:xfrm>
          <a:prstGeom prst="rect">
            <a:avLst/>
          </a:prstGeom>
        </p:spPr>
        <p:txBody>
          <a:bodyPr/>
          <a:lstStyle>
            <a:lvl1pPr marL="0" indent="0" algn="l">
              <a:lnSpc>
                <a:spcPct val="90000"/>
              </a:lnSpc>
              <a:buNone/>
              <a:defRPr sz="2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6" name="Text Placeholder 2">
            <a:extLst>
              <a:ext uri="{FF2B5EF4-FFF2-40B4-BE49-F238E27FC236}">
                <a16:creationId xmlns:a16="http://schemas.microsoft.com/office/drawing/2014/main" id="{0D5EB2A8-58F4-5BEB-91C4-7F4F8DCC3CE2}"/>
              </a:ext>
            </a:extLst>
          </p:cNvPr>
          <p:cNvSpPr>
            <a:spLocks noGrp="1"/>
          </p:cNvSpPr>
          <p:nvPr>
            <p:ph type="body" sz="quarter" idx="19" hasCustomPrompt="1"/>
          </p:nvPr>
        </p:nvSpPr>
        <p:spPr>
          <a:xfrm>
            <a:off x="13980854" y="6745356"/>
            <a:ext cx="5366302" cy="1590261"/>
          </a:xfrm>
          <a:prstGeom prst="rect">
            <a:avLst/>
          </a:prstGeom>
        </p:spPr>
        <p:txBody>
          <a:bodyPr/>
          <a:lstStyle>
            <a:lvl1pPr algn="l">
              <a:lnSpc>
                <a:spcPct val="100000"/>
              </a:lnSpc>
              <a:defRPr sz="3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7" name="Footer Placeholder 16">
            <a:extLst>
              <a:ext uri="{FF2B5EF4-FFF2-40B4-BE49-F238E27FC236}">
                <a16:creationId xmlns:a16="http://schemas.microsoft.com/office/drawing/2014/main" id="{DF8063C6-D03F-C455-1413-9CCA72A1C470}"/>
              </a:ext>
            </a:extLst>
          </p:cNvPr>
          <p:cNvSpPr>
            <a:spLocks noGrp="1"/>
          </p:cNvSpPr>
          <p:nvPr>
            <p:ph type="ftr" sz="quarter" idx="21"/>
          </p:nvPr>
        </p:nvSpPr>
        <p:spPr/>
        <p:txBody>
          <a:bodyPr/>
          <a:lstStyle/>
          <a:p>
            <a:endParaRPr lang="en-US"/>
          </a:p>
        </p:txBody>
      </p:sp>
      <p:sp>
        <p:nvSpPr>
          <p:cNvPr id="13" name="Date Placeholder 12">
            <a:extLst>
              <a:ext uri="{FF2B5EF4-FFF2-40B4-BE49-F238E27FC236}">
                <a16:creationId xmlns:a16="http://schemas.microsoft.com/office/drawing/2014/main" id="{C08E00E7-D5F9-B47F-C0D8-1415DF8F4E41}"/>
              </a:ext>
            </a:extLst>
          </p:cNvPr>
          <p:cNvSpPr>
            <a:spLocks noGrp="1"/>
          </p:cNvSpPr>
          <p:nvPr>
            <p:ph type="dt" sz="half" idx="20"/>
          </p:nvPr>
        </p:nvSpPr>
        <p:spPr/>
        <p:txBody>
          <a:bodyPr/>
          <a:lstStyle/>
          <a:p>
            <a:fld id="{D2792E9C-7E5E-F14F-B049-5BFE22D713B7}" type="datetime4">
              <a:rPr lang="en-CA" smtClean="0"/>
              <a:t>April 12, 2026</a:t>
            </a:fld>
            <a:endParaRPr lang="en-US"/>
          </a:p>
        </p:txBody>
      </p:sp>
      <p:sp>
        <p:nvSpPr>
          <p:cNvPr id="18" name="Slide Number Placeholder 17">
            <a:extLst>
              <a:ext uri="{FF2B5EF4-FFF2-40B4-BE49-F238E27FC236}">
                <a16:creationId xmlns:a16="http://schemas.microsoft.com/office/drawing/2014/main" id="{10BB54C7-E8D3-B532-0BB1-8F94C0116B81}"/>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6543767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yout 4b - 2 Column Text w/ Callou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BD6598A0-1819-47B7-56E3-0875334913D9}"/>
              </a:ext>
            </a:extLst>
          </p:cNvPr>
          <p:cNvSpPr>
            <a:spLocks noGrp="1"/>
          </p:cNvSpPr>
          <p:nvPr>
            <p:ph type="body" sz="quarter" idx="12" hasCustomPrompt="1"/>
          </p:nvPr>
        </p:nvSpPr>
        <p:spPr>
          <a:xfrm>
            <a:off x="968238" y="6190742"/>
            <a:ext cx="5366302" cy="427636"/>
          </a:xfrm>
          <a:prstGeom prst="rect">
            <a:avLst/>
          </a:prstGeom>
        </p:spPr>
        <p:txBody>
          <a:bodyPr/>
          <a:lstStyle>
            <a:lvl1pPr marL="0" indent="0" algn="l">
              <a:lnSpc>
                <a:spcPct val="90000"/>
              </a:lnSpc>
              <a:buNone/>
              <a:defRPr sz="2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1" name="Text Placeholder 2">
            <a:extLst>
              <a:ext uri="{FF2B5EF4-FFF2-40B4-BE49-F238E27FC236}">
                <a16:creationId xmlns:a16="http://schemas.microsoft.com/office/drawing/2014/main" id="{8EA568A2-3656-239A-0EB8-2314D9BBC348}"/>
              </a:ext>
            </a:extLst>
          </p:cNvPr>
          <p:cNvSpPr>
            <a:spLocks noGrp="1"/>
          </p:cNvSpPr>
          <p:nvPr>
            <p:ph type="body" sz="quarter" idx="15" hasCustomPrompt="1"/>
          </p:nvPr>
        </p:nvSpPr>
        <p:spPr>
          <a:xfrm>
            <a:off x="968238" y="6745356"/>
            <a:ext cx="5366302" cy="1590261"/>
          </a:xfrm>
          <a:prstGeom prst="rect">
            <a:avLst/>
          </a:prstGeom>
        </p:spPr>
        <p:txBody>
          <a:bodyPr/>
          <a:lstStyle>
            <a:lvl1pPr algn="l">
              <a:lnSpc>
                <a:spcPct val="100000"/>
              </a:lnSpc>
              <a:defRPr sz="3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2" name="Text Placeholder 2">
            <a:extLst>
              <a:ext uri="{FF2B5EF4-FFF2-40B4-BE49-F238E27FC236}">
                <a16:creationId xmlns:a16="http://schemas.microsoft.com/office/drawing/2014/main" id="{A01051A9-1F5E-DEBC-460B-258E83242186}"/>
              </a:ext>
            </a:extLst>
          </p:cNvPr>
          <p:cNvSpPr>
            <a:spLocks noGrp="1"/>
          </p:cNvSpPr>
          <p:nvPr>
            <p:ph type="body" sz="quarter" idx="16" hasCustomPrompt="1"/>
          </p:nvPr>
        </p:nvSpPr>
        <p:spPr>
          <a:xfrm>
            <a:off x="7427654" y="6190742"/>
            <a:ext cx="5366302" cy="427636"/>
          </a:xfrm>
          <a:prstGeom prst="rect">
            <a:avLst/>
          </a:prstGeom>
        </p:spPr>
        <p:txBody>
          <a:bodyPr/>
          <a:lstStyle>
            <a:lvl1pPr marL="0" indent="0" algn="l">
              <a:lnSpc>
                <a:spcPct val="90000"/>
              </a:lnSpc>
              <a:buNone/>
              <a:defRPr sz="2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4" name="Text Placeholder 2">
            <a:extLst>
              <a:ext uri="{FF2B5EF4-FFF2-40B4-BE49-F238E27FC236}">
                <a16:creationId xmlns:a16="http://schemas.microsoft.com/office/drawing/2014/main" id="{C5735E75-8212-0D61-84DB-AE4D33228EEB}"/>
              </a:ext>
            </a:extLst>
          </p:cNvPr>
          <p:cNvSpPr>
            <a:spLocks noGrp="1"/>
          </p:cNvSpPr>
          <p:nvPr>
            <p:ph type="body" sz="quarter" idx="17" hasCustomPrompt="1"/>
          </p:nvPr>
        </p:nvSpPr>
        <p:spPr>
          <a:xfrm>
            <a:off x="7427654" y="6745356"/>
            <a:ext cx="5366302" cy="1590261"/>
          </a:xfrm>
          <a:prstGeom prst="rect">
            <a:avLst/>
          </a:prstGeom>
        </p:spPr>
        <p:txBody>
          <a:bodyPr/>
          <a:lstStyle>
            <a:lvl1pPr algn="l">
              <a:lnSpc>
                <a:spcPct val="100000"/>
              </a:lnSpc>
              <a:defRPr sz="3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5" name="Text Placeholder 2">
            <a:extLst>
              <a:ext uri="{FF2B5EF4-FFF2-40B4-BE49-F238E27FC236}">
                <a16:creationId xmlns:a16="http://schemas.microsoft.com/office/drawing/2014/main" id="{CBC00321-3268-8722-0F55-D1C85C839AD2}"/>
              </a:ext>
            </a:extLst>
          </p:cNvPr>
          <p:cNvSpPr>
            <a:spLocks noGrp="1"/>
          </p:cNvSpPr>
          <p:nvPr>
            <p:ph type="body" sz="quarter" idx="18" hasCustomPrompt="1"/>
          </p:nvPr>
        </p:nvSpPr>
        <p:spPr>
          <a:xfrm>
            <a:off x="13980854" y="6190742"/>
            <a:ext cx="5366302" cy="427636"/>
          </a:xfrm>
          <a:prstGeom prst="rect">
            <a:avLst/>
          </a:prstGeom>
        </p:spPr>
        <p:txBody>
          <a:bodyPr/>
          <a:lstStyle>
            <a:lvl1pPr marL="0" indent="0" algn="l">
              <a:lnSpc>
                <a:spcPct val="90000"/>
              </a:lnSpc>
              <a:buNone/>
              <a:defRPr sz="2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6" name="Text Placeholder 2">
            <a:extLst>
              <a:ext uri="{FF2B5EF4-FFF2-40B4-BE49-F238E27FC236}">
                <a16:creationId xmlns:a16="http://schemas.microsoft.com/office/drawing/2014/main" id="{0D5EB2A8-58F4-5BEB-91C4-7F4F8DCC3CE2}"/>
              </a:ext>
            </a:extLst>
          </p:cNvPr>
          <p:cNvSpPr>
            <a:spLocks noGrp="1"/>
          </p:cNvSpPr>
          <p:nvPr>
            <p:ph type="body" sz="quarter" idx="19" hasCustomPrompt="1"/>
          </p:nvPr>
        </p:nvSpPr>
        <p:spPr>
          <a:xfrm>
            <a:off x="13980854" y="6745356"/>
            <a:ext cx="5366302" cy="1590261"/>
          </a:xfrm>
          <a:prstGeom prst="rect">
            <a:avLst/>
          </a:prstGeom>
        </p:spPr>
        <p:txBody>
          <a:bodyPr/>
          <a:lstStyle>
            <a:lvl1pPr algn="l">
              <a:lnSpc>
                <a:spcPct val="100000"/>
              </a:lnSpc>
              <a:defRPr sz="3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7" name="Footer Placeholder 16">
            <a:extLst>
              <a:ext uri="{FF2B5EF4-FFF2-40B4-BE49-F238E27FC236}">
                <a16:creationId xmlns:a16="http://schemas.microsoft.com/office/drawing/2014/main" id="{DF8063C6-D03F-C455-1413-9CCA72A1C470}"/>
              </a:ext>
            </a:extLst>
          </p:cNvPr>
          <p:cNvSpPr>
            <a:spLocks noGrp="1"/>
          </p:cNvSpPr>
          <p:nvPr>
            <p:ph type="ftr" sz="quarter" idx="21"/>
          </p:nvPr>
        </p:nvSpPr>
        <p:spPr/>
        <p:txBody>
          <a:bodyPr/>
          <a:lstStyle/>
          <a:p>
            <a:endParaRPr lang="en-US"/>
          </a:p>
        </p:txBody>
      </p:sp>
      <p:sp>
        <p:nvSpPr>
          <p:cNvPr id="13" name="Date Placeholder 12">
            <a:extLst>
              <a:ext uri="{FF2B5EF4-FFF2-40B4-BE49-F238E27FC236}">
                <a16:creationId xmlns:a16="http://schemas.microsoft.com/office/drawing/2014/main" id="{C08E00E7-D5F9-B47F-C0D8-1415DF8F4E41}"/>
              </a:ext>
            </a:extLst>
          </p:cNvPr>
          <p:cNvSpPr>
            <a:spLocks noGrp="1"/>
          </p:cNvSpPr>
          <p:nvPr>
            <p:ph type="dt" sz="half" idx="20"/>
          </p:nvPr>
        </p:nvSpPr>
        <p:spPr/>
        <p:txBody>
          <a:bodyPr/>
          <a:lstStyle/>
          <a:p>
            <a:fld id="{D2792E9C-7E5E-F14F-B049-5BFE22D713B7}" type="datetime4">
              <a:rPr lang="en-CA" smtClean="0"/>
              <a:t>April 12, 2026</a:t>
            </a:fld>
            <a:endParaRPr lang="en-US"/>
          </a:p>
        </p:txBody>
      </p:sp>
      <p:sp>
        <p:nvSpPr>
          <p:cNvPr id="18" name="Slide Number Placeholder 17">
            <a:extLst>
              <a:ext uri="{FF2B5EF4-FFF2-40B4-BE49-F238E27FC236}">
                <a16:creationId xmlns:a16="http://schemas.microsoft.com/office/drawing/2014/main" id="{10BB54C7-E8D3-B532-0BB1-8F94C0116B81}"/>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5662054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Layout 4b - 2 Column Text w/ Callou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8EA568A2-3656-239A-0EB8-2314D9BBC348}"/>
              </a:ext>
            </a:extLst>
          </p:cNvPr>
          <p:cNvSpPr>
            <a:spLocks noGrp="1"/>
          </p:cNvSpPr>
          <p:nvPr>
            <p:ph type="body" sz="quarter" idx="15" hasCustomPrompt="1"/>
          </p:nvPr>
        </p:nvSpPr>
        <p:spPr>
          <a:xfrm>
            <a:off x="3002400" y="3837600"/>
            <a:ext cx="3769200" cy="536400"/>
          </a:xfrm>
          <a:prstGeom prst="rect">
            <a:avLst/>
          </a:prstGeom>
        </p:spPr>
        <p:txBody>
          <a:bodyPr/>
          <a:lstStyle>
            <a:lvl1pPr marL="0" indent="0" algn="l">
              <a:lnSpc>
                <a:spcPct val="100000"/>
              </a:lnSpc>
              <a:buNone/>
              <a:defRPr sz="44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a:t>
            </a:r>
          </a:p>
        </p:txBody>
      </p:sp>
      <p:sp>
        <p:nvSpPr>
          <p:cNvPr id="4" name="Text Placeholder 2">
            <a:extLst>
              <a:ext uri="{FF2B5EF4-FFF2-40B4-BE49-F238E27FC236}">
                <a16:creationId xmlns:a16="http://schemas.microsoft.com/office/drawing/2014/main" id="{53E0BDB4-5A47-F698-9942-26196CF7007A}"/>
              </a:ext>
            </a:extLst>
          </p:cNvPr>
          <p:cNvSpPr>
            <a:spLocks noGrp="1"/>
          </p:cNvSpPr>
          <p:nvPr>
            <p:ph type="body" sz="quarter" idx="23" hasCustomPrompt="1"/>
          </p:nvPr>
        </p:nvSpPr>
        <p:spPr>
          <a:xfrm>
            <a:off x="3004036" y="4108384"/>
            <a:ext cx="4787984" cy="3956861"/>
          </a:xfrm>
          <a:prstGeom prst="rect">
            <a:avLst/>
          </a:prstGeom>
        </p:spPr>
        <p:txBody>
          <a:bodyPr anchor="ctr" anchorCtr="0"/>
          <a:lstStyle>
            <a:lvl1pPr marL="0" indent="0" algn="l">
              <a:lnSpc>
                <a:spcPct val="100000"/>
              </a:lnSpc>
              <a:buNone/>
              <a:defRPr sz="250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a:t>
            </a:r>
          </a:p>
        </p:txBody>
      </p:sp>
      <p:sp>
        <p:nvSpPr>
          <p:cNvPr id="10" name="Text Placeholder 2">
            <a:extLst>
              <a:ext uri="{FF2B5EF4-FFF2-40B4-BE49-F238E27FC236}">
                <a16:creationId xmlns:a16="http://schemas.microsoft.com/office/drawing/2014/main" id="{BD6598A0-1819-47B7-56E3-0875334913D9}"/>
              </a:ext>
            </a:extLst>
          </p:cNvPr>
          <p:cNvSpPr>
            <a:spLocks noGrp="1"/>
          </p:cNvSpPr>
          <p:nvPr>
            <p:ph type="body" sz="quarter" idx="12" hasCustomPrompt="1"/>
          </p:nvPr>
        </p:nvSpPr>
        <p:spPr>
          <a:xfrm>
            <a:off x="8236800" y="4536000"/>
            <a:ext cx="9079200" cy="3099600"/>
          </a:xfrm>
          <a:prstGeom prst="rect">
            <a:avLst/>
          </a:prstGeom>
        </p:spPr>
        <p:txBody>
          <a:bodyPr/>
          <a:lstStyle>
            <a:lvl1pPr marL="0" indent="0" algn="l">
              <a:lnSpc>
                <a:spcPct val="90000"/>
              </a:lnSpc>
              <a:buNone/>
              <a:defRPr sz="66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7" name="Footer Placeholder 16">
            <a:extLst>
              <a:ext uri="{FF2B5EF4-FFF2-40B4-BE49-F238E27FC236}">
                <a16:creationId xmlns:a16="http://schemas.microsoft.com/office/drawing/2014/main" id="{DF8063C6-D03F-C455-1413-9CCA72A1C470}"/>
              </a:ext>
            </a:extLst>
          </p:cNvPr>
          <p:cNvSpPr>
            <a:spLocks noGrp="1"/>
          </p:cNvSpPr>
          <p:nvPr>
            <p:ph type="ftr" sz="quarter" idx="21"/>
          </p:nvPr>
        </p:nvSpPr>
        <p:spPr/>
        <p:txBody>
          <a:bodyPr/>
          <a:lstStyle/>
          <a:p>
            <a:endParaRPr lang="en-US"/>
          </a:p>
        </p:txBody>
      </p:sp>
      <p:sp>
        <p:nvSpPr>
          <p:cNvPr id="13" name="Date Placeholder 12">
            <a:extLst>
              <a:ext uri="{FF2B5EF4-FFF2-40B4-BE49-F238E27FC236}">
                <a16:creationId xmlns:a16="http://schemas.microsoft.com/office/drawing/2014/main" id="{C08E00E7-D5F9-B47F-C0D8-1415DF8F4E41}"/>
              </a:ext>
            </a:extLst>
          </p:cNvPr>
          <p:cNvSpPr>
            <a:spLocks noGrp="1"/>
          </p:cNvSpPr>
          <p:nvPr>
            <p:ph type="dt" sz="half" idx="20"/>
          </p:nvPr>
        </p:nvSpPr>
        <p:spPr/>
        <p:txBody>
          <a:bodyPr/>
          <a:lstStyle/>
          <a:p>
            <a:fld id="{D2792E9C-7E5E-F14F-B049-5BFE22D713B7}" type="datetime4">
              <a:rPr lang="en-CA" smtClean="0"/>
              <a:t>April 12, 2026</a:t>
            </a:fld>
            <a:endParaRPr lang="en-US"/>
          </a:p>
        </p:txBody>
      </p:sp>
      <p:sp>
        <p:nvSpPr>
          <p:cNvPr id="18" name="Slide Number Placeholder 17">
            <a:extLst>
              <a:ext uri="{FF2B5EF4-FFF2-40B4-BE49-F238E27FC236}">
                <a16:creationId xmlns:a16="http://schemas.microsoft.com/office/drawing/2014/main" id="{10BB54C7-E8D3-B532-0BB1-8F94C0116B81}"/>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25525896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Layout 2 - Maroon - 2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2"/>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1B14348-2B66-409B-1DDB-93ED677FDC0B}"/>
              </a:ext>
            </a:extLst>
          </p:cNvPr>
          <p:cNvSpPr>
            <a:spLocks noGrp="1"/>
          </p:cNvSpPr>
          <p:nvPr>
            <p:ph type="body" sz="quarter" idx="15" hasCustomPrompt="1"/>
          </p:nvPr>
        </p:nvSpPr>
        <p:spPr>
          <a:xfrm>
            <a:off x="13114800" y="2394000"/>
            <a:ext cx="3769200" cy="536400"/>
          </a:xfrm>
          <a:prstGeom prst="rect">
            <a:avLst/>
          </a:prstGeom>
        </p:spPr>
        <p:txBody>
          <a:bodyPr/>
          <a:lstStyle>
            <a:lvl1pPr marL="0" indent="0" algn="l">
              <a:lnSpc>
                <a:spcPct val="100000"/>
              </a:lnSpc>
              <a:buNone/>
              <a:defRPr sz="4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a:t>
            </a:r>
          </a:p>
        </p:txBody>
      </p:sp>
      <p:sp>
        <p:nvSpPr>
          <p:cNvPr id="9" name="Text Placeholder 2">
            <a:extLst>
              <a:ext uri="{FF2B5EF4-FFF2-40B4-BE49-F238E27FC236}">
                <a16:creationId xmlns:a16="http://schemas.microsoft.com/office/drawing/2014/main" id="{0E3E1CB6-82BF-D96D-69BD-262E1455F825}"/>
              </a:ext>
            </a:extLst>
          </p:cNvPr>
          <p:cNvSpPr>
            <a:spLocks noGrp="1"/>
          </p:cNvSpPr>
          <p:nvPr>
            <p:ph type="body" sz="quarter" idx="23" hasCustomPrompt="1"/>
          </p:nvPr>
        </p:nvSpPr>
        <p:spPr>
          <a:xfrm>
            <a:off x="12607200" y="2664000"/>
            <a:ext cx="4788000" cy="3956400"/>
          </a:xfrm>
          <a:prstGeom prst="rect">
            <a:avLst/>
          </a:prstGeom>
        </p:spPr>
        <p:txBody>
          <a:bodyPr anchor="ctr" anchorCtr="0"/>
          <a:lstStyle>
            <a:lvl1pPr marL="0" indent="0" algn="ctr">
              <a:lnSpc>
                <a:spcPct val="100000"/>
              </a:lnSpc>
              <a:buNone/>
              <a:defRPr sz="250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a:t>
            </a:r>
          </a:p>
        </p:txBody>
      </p:sp>
      <p:sp>
        <p:nvSpPr>
          <p:cNvPr id="12" name="Text Placeholder 2">
            <a:extLst>
              <a:ext uri="{FF2B5EF4-FFF2-40B4-BE49-F238E27FC236}">
                <a16:creationId xmlns:a16="http://schemas.microsoft.com/office/drawing/2014/main" id="{C30CB8F8-C7D1-20C9-2877-A7FB57A96871}"/>
              </a:ext>
            </a:extLst>
          </p:cNvPr>
          <p:cNvSpPr>
            <a:spLocks noGrp="1"/>
          </p:cNvSpPr>
          <p:nvPr>
            <p:ph type="body" sz="quarter" idx="24" hasCustomPrompt="1"/>
          </p:nvPr>
        </p:nvSpPr>
        <p:spPr>
          <a:xfrm>
            <a:off x="12256200" y="6236337"/>
            <a:ext cx="5486400" cy="3110548"/>
          </a:xfrm>
          <a:prstGeom prst="rect">
            <a:avLst/>
          </a:prstGeom>
        </p:spPr>
        <p:txBody>
          <a:bodyPr/>
          <a:lstStyle>
            <a:lvl1pPr marL="0" indent="0" algn="ctr">
              <a:lnSpc>
                <a:spcPct val="90000"/>
              </a:lnSpc>
              <a:buNone/>
              <a:defRPr sz="4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0" name="Footer Placeholder 9">
            <a:extLst>
              <a:ext uri="{FF2B5EF4-FFF2-40B4-BE49-F238E27FC236}">
                <a16:creationId xmlns:a16="http://schemas.microsoft.com/office/drawing/2014/main" id="{9D081330-5A28-E4D0-9326-FCD3C8A3092B}"/>
              </a:ext>
            </a:extLst>
          </p:cNvPr>
          <p:cNvSpPr>
            <a:spLocks noGrp="1"/>
          </p:cNvSpPr>
          <p:nvPr>
            <p:ph type="ftr" sz="quarter" idx="17"/>
          </p:nvPr>
        </p:nvSpPr>
        <p:spPr/>
        <p:txBody>
          <a:bodyPr/>
          <a:lstStyle/>
          <a:p>
            <a:endParaRPr lang="en-US"/>
          </a:p>
        </p:txBody>
      </p:sp>
      <p:sp>
        <p:nvSpPr>
          <p:cNvPr id="6" name="Date Placeholder 5">
            <a:extLst>
              <a:ext uri="{FF2B5EF4-FFF2-40B4-BE49-F238E27FC236}">
                <a16:creationId xmlns:a16="http://schemas.microsoft.com/office/drawing/2014/main" id="{99142229-C23E-F804-341D-00160009F1E6}"/>
              </a:ext>
            </a:extLst>
          </p:cNvPr>
          <p:cNvSpPr>
            <a:spLocks noGrp="1"/>
          </p:cNvSpPr>
          <p:nvPr>
            <p:ph type="dt" sz="half" idx="16"/>
          </p:nvPr>
        </p:nvSpPr>
        <p:spPr/>
        <p:txBody>
          <a:bodyPr/>
          <a:lstStyle/>
          <a:p>
            <a:fld id="{D2792E9C-7E5E-F14F-B049-5BFE22D713B7}" type="datetime4">
              <a:rPr lang="en-CA" smtClean="0"/>
              <a:t>April 12, 2026</a:t>
            </a:fld>
            <a:endParaRPr lang="en-US"/>
          </a:p>
        </p:txBody>
      </p:sp>
      <p:sp>
        <p:nvSpPr>
          <p:cNvPr id="11" name="Slide Number Placeholder 10">
            <a:extLst>
              <a:ext uri="{FF2B5EF4-FFF2-40B4-BE49-F238E27FC236}">
                <a16:creationId xmlns:a16="http://schemas.microsoft.com/office/drawing/2014/main" id="{03A262C7-63EC-2138-A464-D796BD33251E}"/>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6899923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ayout 15 - Brighter Wor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8206D1A-FA44-AA97-8AFB-1DE7F68CF0DD}"/>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Creating a Brighter World</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66" name="Date Placeholder 3">
            <a:extLst>
              <a:ext uri="{FF2B5EF4-FFF2-40B4-BE49-F238E27FC236}">
                <a16:creationId xmlns:a16="http://schemas.microsoft.com/office/drawing/2014/main" id="{25B13FEC-56D6-BDDA-B11D-2B62FBC10D55}"/>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April 12,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29618910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ayout 7 - 2 Line Title w/ Copy and Full Blee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7203600" cy="1472400"/>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up to 2 lines</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2185200"/>
            <a:ext cx="7203600" cy="943200"/>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up to 2 lines</a:t>
            </a:r>
          </a:p>
        </p:txBody>
      </p:sp>
      <p:cxnSp>
        <p:nvCxnSpPr>
          <p:cNvPr id="7" name="Straight Connector 6">
            <a:extLst>
              <a:ext uri="{FF2B5EF4-FFF2-40B4-BE49-F238E27FC236}">
                <a16:creationId xmlns:a16="http://schemas.microsoft.com/office/drawing/2014/main" id="{AC062632-2984-19D6-DA27-DCA143DE275D}"/>
              </a:ext>
              <a:ext uri="{C183D7F6-B498-43B3-948B-1728B52AA6E4}">
                <adec:decorative xmlns:adec="http://schemas.microsoft.com/office/drawing/2017/decorative" val="1"/>
              </a:ext>
            </a:extLst>
          </p:cNvPr>
          <p:cNvCxnSpPr>
            <a:cxnSpLocks/>
          </p:cNvCxnSpPr>
          <p:nvPr userDrawn="1"/>
        </p:nvCxnSpPr>
        <p:spPr>
          <a:xfrm>
            <a:off x="0" y="3257828"/>
            <a:ext cx="857056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3535200"/>
            <a:ext cx="7203600" cy="5914800"/>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8570563" y="0"/>
            <a:ext cx="11747850" cy="9448800"/>
          </a:xfrm>
          <a:prstGeom prst="rect">
            <a:avLst/>
          </a:prstGeom>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C41E1458-C432-DACF-1B77-6F0178924C69}"/>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DE838F34-5806-14A7-4D13-6E52C519974C}"/>
              </a:ext>
            </a:extLst>
          </p:cNvPr>
          <p:cNvSpPr>
            <a:spLocks noGrp="1"/>
          </p:cNvSpPr>
          <p:nvPr>
            <p:ph type="dt" sz="half" idx="16"/>
          </p:nvPr>
        </p:nvSpPr>
        <p:spPr/>
        <p:txBody>
          <a:bodyPr/>
          <a:lstStyle/>
          <a:p>
            <a:fld id="{D2792E9C-7E5E-F14F-B049-5BFE22D713B7}" type="datetime4">
              <a:rPr lang="en-CA" smtClean="0"/>
              <a:t>April 12, 2026</a:t>
            </a:fld>
            <a:endParaRPr lang="en-US"/>
          </a:p>
        </p:txBody>
      </p:sp>
      <p:sp>
        <p:nvSpPr>
          <p:cNvPr id="13" name="Slide Number Placeholder 12">
            <a:extLst>
              <a:ext uri="{FF2B5EF4-FFF2-40B4-BE49-F238E27FC236}">
                <a16:creationId xmlns:a16="http://schemas.microsoft.com/office/drawing/2014/main" id="{1634D9D2-1CEF-12A6-591D-6FCA71B73912}"/>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2740855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ayout 8 - 2 Line Title w/ Copy and Full Bleed Ima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2218400" y="457200"/>
            <a:ext cx="7203600" cy="1472400"/>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up to 2 lines</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2218400" y="2185200"/>
            <a:ext cx="7203600" cy="943200"/>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sp>
        <p:nvSpPr>
          <p:cNvPr id="5" name="Text Placeholder 2">
            <a:extLst>
              <a:ext uri="{FF2B5EF4-FFF2-40B4-BE49-F238E27FC236}">
                <a16:creationId xmlns:a16="http://schemas.microsoft.com/office/drawing/2014/main" id="{AA99F92D-9095-DA83-60F2-A43FB5C72809}"/>
              </a:ext>
              <a:ext uri="{C183D7F6-B498-43B3-948B-1728B52AA6E4}">
                <adec:decorative xmlns:adec="http://schemas.microsoft.com/office/drawing/2017/decorative" val="1"/>
              </a:ext>
            </a:extLst>
          </p:cNvPr>
          <p:cNvSpPr>
            <a:spLocks noGrp="1"/>
          </p:cNvSpPr>
          <p:nvPr>
            <p:ph type="body" sz="quarter" idx="12"/>
          </p:nvPr>
        </p:nvSpPr>
        <p:spPr>
          <a:xfrm>
            <a:off x="12218400" y="3535200"/>
            <a:ext cx="7203600" cy="5371200"/>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AC062632-2984-19D6-DA27-DCA143DE275D}"/>
              </a:ext>
              <a:ext uri="{C183D7F6-B498-43B3-948B-1728B52AA6E4}">
                <adec:decorative xmlns:adec="http://schemas.microsoft.com/office/drawing/2017/decorative" val="1"/>
              </a:ext>
            </a:extLst>
          </p:cNvPr>
          <p:cNvCxnSpPr>
            <a:cxnSpLocks/>
          </p:cNvCxnSpPr>
          <p:nvPr userDrawn="1"/>
        </p:nvCxnSpPr>
        <p:spPr>
          <a:xfrm>
            <a:off x="11747850" y="3257828"/>
            <a:ext cx="857056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0" y="0"/>
            <a:ext cx="11779200" cy="9448800"/>
          </a:xfrm>
          <a:prstGeom prst="rect">
            <a:avLst/>
          </a:prstGeom>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DF526E81-2B2E-2FBE-FBEE-7993015DEE30}"/>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36424CF3-DC6A-ACF4-BCC0-6999BB1E5625}"/>
              </a:ext>
            </a:extLst>
          </p:cNvPr>
          <p:cNvSpPr>
            <a:spLocks noGrp="1"/>
          </p:cNvSpPr>
          <p:nvPr>
            <p:ph type="dt" sz="half" idx="16"/>
          </p:nvPr>
        </p:nvSpPr>
        <p:spPr/>
        <p:txBody>
          <a:bodyPr/>
          <a:lstStyle/>
          <a:p>
            <a:fld id="{D2792E9C-7E5E-F14F-B049-5BFE22D713B7}" type="datetime4">
              <a:rPr lang="en-CA" smtClean="0"/>
              <a:t>April 12, 2026</a:t>
            </a:fld>
            <a:endParaRPr lang="en-US"/>
          </a:p>
        </p:txBody>
      </p:sp>
      <p:sp>
        <p:nvSpPr>
          <p:cNvPr id="13" name="Slide Number Placeholder 12">
            <a:extLst>
              <a:ext uri="{FF2B5EF4-FFF2-40B4-BE49-F238E27FC236}">
                <a16:creationId xmlns:a16="http://schemas.microsoft.com/office/drawing/2014/main" id="{F3BC796C-F05B-6EF0-6DA8-13A9D6314B0E}"/>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7601034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yout 10 - Divider Slide w/  Bleed">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B312DC6C-470B-EF98-6369-AEF7DDD3AB98}"/>
              </a:ext>
            </a:extLst>
          </p:cNvPr>
          <p:cNvSpPr>
            <a:spLocks noGrp="1"/>
          </p:cNvSpPr>
          <p:nvPr>
            <p:ph type="pic" sz="quarter" idx="15"/>
          </p:nvPr>
        </p:nvSpPr>
        <p:spPr>
          <a:xfrm>
            <a:off x="0" y="0"/>
            <a:ext cx="20318413" cy="9448799"/>
          </a:xfrm>
          <a:prstGeom prst="rect">
            <a:avLst/>
          </a:prstGeom>
        </p:spPr>
        <p:txBody>
          <a:bodyPr/>
          <a:lstStyle>
            <a:lvl1pPr>
              <a:defRPr>
                <a:solidFill>
                  <a:schemeClr val="bg1"/>
                </a:solidFill>
              </a:defRPr>
            </a:lvl1pPr>
          </a:lstStyle>
          <a:p>
            <a:endParaRPr lang="en-US"/>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15200" y="3567599"/>
            <a:ext cx="5202000" cy="2019600"/>
          </a:xfrm>
          <a:prstGeom prst="rect">
            <a:avLst/>
          </a:prstGeom>
        </p:spPr>
        <p:txBody>
          <a:bodyPr anchor="t">
            <a:normAutofit/>
          </a:bodyPr>
          <a:lstStyle>
            <a:lvl1pPr algn="l">
              <a:lnSpc>
                <a:spcPct val="110000"/>
              </a:lnSpc>
              <a:spcAft>
                <a:spcPts val="1000"/>
              </a:spcAft>
              <a:defRPr sz="4800" b="1">
                <a:solidFill>
                  <a:schemeClr val="bg1"/>
                </a:solidFill>
                <a:latin typeface="+mj-lt"/>
                <a:cs typeface="Poppins" pitchFamily="2" charset="77"/>
              </a:defRPr>
            </a:lvl1pPr>
          </a:lstStyle>
          <a:p>
            <a:r>
              <a:rPr lang="en-GB"/>
              <a:t>Slide title goes here on 2 lines</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15200" y="5799600"/>
            <a:ext cx="5202000" cy="1472400"/>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up to 2 lines</a:t>
            </a:r>
          </a:p>
        </p:txBody>
      </p: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9" name="Date Placeholder 3">
            <a:extLst>
              <a:ext uri="{FF2B5EF4-FFF2-40B4-BE49-F238E27FC236}">
                <a16:creationId xmlns:a16="http://schemas.microsoft.com/office/drawing/2014/main" id="{F01B45CF-F80F-AF1A-BB60-5E7615EB2DD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bg1"/>
                </a:solidFill>
              </a:defRPr>
            </a:lvl1pPr>
          </a:lstStyle>
          <a:p>
            <a:fld id="{D2792E9C-7E5E-F14F-B049-5BFE22D713B7}" type="datetime4">
              <a:rPr lang="en-CA" smtClean="0"/>
              <a:pPr/>
              <a:t>April 12,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61182999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ayout 10b - Divider Slide w/  Bleed">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B312DC6C-470B-EF98-6369-AEF7DDD3AB98}"/>
              </a:ext>
            </a:extLst>
          </p:cNvPr>
          <p:cNvSpPr>
            <a:spLocks noGrp="1"/>
          </p:cNvSpPr>
          <p:nvPr>
            <p:ph type="pic" sz="quarter" idx="15"/>
          </p:nvPr>
        </p:nvSpPr>
        <p:spPr>
          <a:xfrm>
            <a:off x="6731000" y="0"/>
            <a:ext cx="13587413" cy="9448799"/>
          </a:xfrm>
          <a:prstGeom prst="rect">
            <a:avLst/>
          </a:prstGeom>
        </p:spPr>
        <p:txBody>
          <a:bodyPr/>
          <a:lstStyle>
            <a:lvl1pPr>
              <a:defRPr>
                <a:solidFill>
                  <a:schemeClr val="bg1"/>
                </a:solidFill>
              </a:defRPr>
            </a:lvl1pPr>
          </a:lstStyle>
          <a:p>
            <a:endParaRPr lang="en-US"/>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15200" y="3567599"/>
            <a:ext cx="5202000" cy="2019600"/>
          </a:xfrm>
          <a:prstGeom prst="rect">
            <a:avLst/>
          </a:prstGeom>
        </p:spPr>
        <p:txBody>
          <a:bodyPr anchor="t">
            <a:normAutofit/>
          </a:bodyPr>
          <a:lstStyle>
            <a:lvl1pPr algn="l">
              <a:lnSpc>
                <a:spcPct val="110000"/>
              </a:lnSpc>
              <a:spcAft>
                <a:spcPts val="1000"/>
              </a:spcAft>
              <a:defRPr sz="4800" b="1">
                <a:solidFill>
                  <a:schemeClr val="bg1"/>
                </a:solidFill>
                <a:latin typeface="+mj-lt"/>
                <a:cs typeface="Poppins" pitchFamily="2" charset="77"/>
              </a:defRPr>
            </a:lvl1pPr>
          </a:lstStyle>
          <a:p>
            <a:r>
              <a:rPr lang="en-GB"/>
              <a:t>Slide title goes here on 2 lines</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15200" y="5799600"/>
            <a:ext cx="5202000" cy="1472400"/>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up to 2 lines</a:t>
            </a:r>
          </a:p>
        </p:txBody>
      </p: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9" name="Date Placeholder 3">
            <a:extLst>
              <a:ext uri="{FF2B5EF4-FFF2-40B4-BE49-F238E27FC236}">
                <a16:creationId xmlns:a16="http://schemas.microsoft.com/office/drawing/2014/main" id="{F01B45CF-F80F-AF1A-BB60-5E7615EB2DD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bg1"/>
                </a:solidFill>
              </a:defRPr>
            </a:lvl1pPr>
          </a:lstStyle>
          <a:p>
            <a:fld id="{D2792E9C-7E5E-F14F-B049-5BFE22D713B7}" type="datetime4">
              <a:rPr lang="en-CA" smtClean="0"/>
              <a:pPr/>
              <a:t>April 12,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404848450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yout 10c - Toolkit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48929" y="3567599"/>
            <a:ext cx="10543122" cy="2019600"/>
          </a:xfrm>
          <a:prstGeom prst="rect">
            <a:avLst/>
          </a:prstGeom>
        </p:spPr>
        <p:txBody>
          <a:bodyPr anchor="b">
            <a:normAutofit/>
          </a:bodyPr>
          <a:lstStyle>
            <a:lvl1pPr algn="l">
              <a:lnSpc>
                <a:spcPct val="110000"/>
              </a:lnSpc>
              <a:spcAft>
                <a:spcPts val="1000"/>
              </a:spcAft>
              <a:defRPr sz="4800" b="1">
                <a:solidFill>
                  <a:schemeClr val="bg1"/>
                </a:solidFill>
                <a:latin typeface="+mj-lt"/>
                <a:cs typeface="Poppins" pitchFamily="2" charset="77"/>
              </a:defRPr>
            </a:lvl1pPr>
          </a:lstStyle>
          <a:p>
            <a:r>
              <a:rPr lang="en-GB"/>
              <a:t>Slide title goes here on 2 lines</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48929" y="5799600"/>
            <a:ext cx="10543122" cy="1472400"/>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up to 2 lines</a:t>
            </a:r>
          </a:p>
        </p:txBody>
      </p: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9" name="Date Placeholder 3">
            <a:extLst>
              <a:ext uri="{FF2B5EF4-FFF2-40B4-BE49-F238E27FC236}">
                <a16:creationId xmlns:a16="http://schemas.microsoft.com/office/drawing/2014/main" id="{F01B45CF-F80F-AF1A-BB60-5E7615EB2DD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bg1"/>
                </a:solidFill>
              </a:defRPr>
            </a:lvl1pPr>
          </a:lstStyle>
          <a:p>
            <a:fld id="{D2792E9C-7E5E-F14F-B049-5BFE22D713B7}" type="datetime4">
              <a:rPr lang="en-CA" smtClean="0"/>
              <a:pPr/>
              <a:t>April 12,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41713227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ayout 6 - Header w/ Open Midd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1" name="Footer Placeholder 10">
            <a:extLst>
              <a:ext uri="{FF2B5EF4-FFF2-40B4-BE49-F238E27FC236}">
                <a16:creationId xmlns:a16="http://schemas.microsoft.com/office/drawing/2014/main" id="{42DC5996-BDFE-55CD-CC8A-FA042955CE16}"/>
              </a:ext>
            </a:extLst>
          </p:cNvPr>
          <p:cNvSpPr>
            <a:spLocks noGrp="1"/>
          </p:cNvSpPr>
          <p:nvPr>
            <p:ph type="ftr" sz="quarter" idx="11"/>
          </p:nvPr>
        </p:nvSpPr>
        <p:spPr/>
        <p:txBody>
          <a:bodyPr/>
          <a:lstStyle/>
          <a:p>
            <a:endParaRPr lang="en-US"/>
          </a:p>
        </p:txBody>
      </p:sp>
      <p:sp>
        <p:nvSpPr>
          <p:cNvPr id="10" name="Date Placeholder 9">
            <a:extLst>
              <a:ext uri="{FF2B5EF4-FFF2-40B4-BE49-F238E27FC236}">
                <a16:creationId xmlns:a16="http://schemas.microsoft.com/office/drawing/2014/main" id="{12D068AA-C0B4-024E-F068-CFC63BC56E39}"/>
              </a:ext>
            </a:extLst>
          </p:cNvPr>
          <p:cNvSpPr>
            <a:spLocks noGrp="1"/>
          </p:cNvSpPr>
          <p:nvPr>
            <p:ph type="dt" sz="half" idx="10"/>
          </p:nvPr>
        </p:nvSpPr>
        <p:spPr/>
        <p:txBody>
          <a:bodyPr/>
          <a:lstStyle/>
          <a:p>
            <a:fld id="{D2792E9C-7E5E-F14F-B049-5BFE22D713B7}" type="datetime4">
              <a:rPr lang="en-CA" smtClean="0"/>
              <a:t>April 12, 2026</a:t>
            </a:fld>
            <a:endParaRPr lang="en-US"/>
          </a:p>
        </p:txBody>
      </p:sp>
      <p:sp>
        <p:nvSpPr>
          <p:cNvPr id="12" name="Slide Number Placeholder 11">
            <a:extLst>
              <a:ext uri="{FF2B5EF4-FFF2-40B4-BE49-F238E27FC236}">
                <a16:creationId xmlns:a16="http://schemas.microsoft.com/office/drawing/2014/main" id="{57C64306-DF1D-0001-7737-CA0C49A4C768}"/>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3923224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ayout 16 - Blank Footer">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B582192C-3A69-FE59-73A6-A262DF7259A5}"/>
              </a:ext>
            </a:extLst>
          </p:cNvPr>
          <p:cNvSpPr>
            <a:spLocks noGrp="1"/>
          </p:cNvSpPr>
          <p:nvPr>
            <p:ph type="dt" sz="half" idx="10"/>
          </p:nvPr>
        </p:nvSpPr>
        <p:spPr/>
        <p:txBody>
          <a:bodyPr/>
          <a:lstStyle/>
          <a:p>
            <a:fld id="{D2792E9C-7E5E-F14F-B049-5BFE22D713B7}" type="datetime4">
              <a:rPr lang="en-CA" smtClean="0"/>
              <a:t>April 12, 2026</a:t>
            </a:fld>
            <a:endParaRPr lang="en-US"/>
          </a:p>
        </p:txBody>
      </p:sp>
      <p:sp>
        <p:nvSpPr>
          <p:cNvPr id="8" name="Footer Placeholder 7">
            <a:extLst>
              <a:ext uri="{FF2B5EF4-FFF2-40B4-BE49-F238E27FC236}">
                <a16:creationId xmlns:a16="http://schemas.microsoft.com/office/drawing/2014/main" id="{55191159-C341-9E42-1ED7-056848027C65}"/>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992A4791-8BB3-D788-EFE9-CDE2FEB047BE}"/>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079263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ayout 17 - Land Acknowledgem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BE623F-DB6C-3D05-E5AC-0FB1CD275E39}"/>
              </a:ext>
              <a:ext uri="{C183D7F6-B498-43B3-948B-1728B52AA6E4}">
                <adec:decorative xmlns:adec="http://schemas.microsoft.com/office/drawing/2017/decorative" val="1"/>
              </a:ext>
            </a:extLst>
          </p:cNvPr>
          <p:cNvSpPr/>
          <p:nvPr userDrawn="1"/>
        </p:nvSpPr>
        <p:spPr>
          <a:xfrm>
            <a:off x="0" y="0"/>
            <a:ext cx="20318413" cy="1143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 name="Title 6">
            <a:extLst>
              <a:ext uri="{FF2B5EF4-FFF2-40B4-BE49-F238E27FC236}">
                <a16:creationId xmlns:a16="http://schemas.microsoft.com/office/drawing/2014/main" id="{1CD51DFF-2A6D-7EC7-1E76-C81EC80CE3E8}"/>
              </a:ext>
            </a:extLst>
          </p:cNvPr>
          <p:cNvSpPr>
            <a:spLocks noGrp="1"/>
          </p:cNvSpPr>
          <p:nvPr>
            <p:ph type="title"/>
          </p:nvPr>
        </p:nvSpPr>
        <p:spPr>
          <a:xfrm>
            <a:off x="3311999" y="4520998"/>
            <a:ext cx="14302799" cy="648602"/>
          </a:xfrm>
          <a:prstGeom prst="rect">
            <a:avLst/>
          </a:prstGeom>
        </p:spPr>
        <p:txBody>
          <a:bodyPr/>
          <a:lstStyle>
            <a:lvl1pPr>
              <a:defRPr sz="4000" b="1">
                <a:solidFill>
                  <a:schemeClr val="bg1"/>
                </a:solidFill>
              </a:defRPr>
            </a:lvl1pPr>
          </a:lstStyle>
          <a:p>
            <a:r>
              <a:rPr lang="en-US"/>
              <a:t>Click to edit Master title style</a:t>
            </a:r>
            <a:endParaRPr lang="en-CA"/>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p:nvPr>
        </p:nvSpPr>
        <p:spPr>
          <a:xfrm>
            <a:off x="3312000" y="5421600"/>
            <a:ext cx="14302799" cy="2805297"/>
          </a:xfrm>
          <a:prstGeom prst="rect">
            <a:avLst/>
          </a:prstGeom>
        </p:spPr>
        <p:txBody>
          <a:bodyPr anchor="t"/>
          <a:lstStyle>
            <a:lvl1pPr marL="0" indent="0" algn="l">
              <a:buNone/>
              <a:defRPr sz="3600" baseline="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endParaRPr lang="en-US" sz="3600" baseline="30000">
              <a:solidFill>
                <a:schemeClr val="bg1"/>
              </a:solidFill>
            </a:endParaRPr>
          </a:p>
        </p:txBody>
      </p:sp>
      <p:grpSp>
        <p:nvGrpSpPr>
          <p:cNvPr id="8" name="Group 7" descr="An icon of a hand holding a sapling.">
            <a:extLst>
              <a:ext uri="{FF2B5EF4-FFF2-40B4-BE49-F238E27FC236}">
                <a16:creationId xmlns:a16="http://schemas.microsoft.com/office/drawing/2014/main" id="{0DECB02C-2326-F95A-1ECA-3D29624B802C}"/>
              </a:ext>
            </a:extLst>
          </p:cNvPr>
          <p:cNvGrpSpPr/>
          <p:nvPr userDrawn="1"/>
        </p:nvGrpSpPr>
        <p:grpSpPr>
          <a:xfrm>
            <a:off x="3429538" y="3189238"/>
            <a:ext cx="1087755" cy="1087754"/>
            <a:chOff x="12372571" y="7209566"/>
            <a:chExt cx="1087755" cy="1087754"/>
          </a:xfrm>
        </p:grpSpPr>
        <p:sp>
          <p:nvSpPr>
            <p:cNvPr id="9" name="Freeform 8">
              <a:extLst>
                <a:ext uri="{FF2B5EF4-FFF2-40B4-BE49-F238E27FC236}">
                  <a16:creationId xmlns:a16="http://schemas.microsoft.com/office/drawing/2014/main" id="{94FBF782-1048-A071-8D84-1668E5FC19BD}"/>
                </a:ext>
              </a:extLst>
            </p:cNvPr>
            <p:cNvSpPr/>
            <p:nvPr/>
          </p:nvSpPr>
          <p:spPr>
            <a:xfrm>
              <a:off x="12769764" y="7286718"/>
              <a:ext cx="553402" cy="402907"/>
            </a:xfrm>
            <a:custGeom>
              <a:avLst/>
              <a:gdLst>
                <a:gd name="connsiteX0" fmla="*/ 467678 w 553402"/>
                <a:gd name="connsiteY0" fmla="*/ 0 h 402907"/>
                <a:gd name="connsiteX1" fmla="*/ 276225 w 553402"/>
                <a:gd name="connsiteY1" fmla="*/ 120015 h 402907"/>
                <a:gd name="connsiteX2" fmla="*/ 84772 w 553402"/>
                <a:gd name="connsiteY2" fmla="*/ 0 h 402907"/>
                <a:gd name="connsiteX3" fmla="*/ 0 w 553402"/>
                <a:gd name="connsiteY3" fmla="*/ 0 h 402907"/>
                <a:gd name="connsiteX4" fmla="*/ 0 w 553402"/>
                <a:gd name="connsiteY4" fmla="*/ 20955 h 402907"/>
                <a:gd name="connsiteX5" fmla="*/ 212407 w 553402"/>
                <a:gd name="connsiteY5" fmla="*/ 233363 h 402907"/>
                <a:gd name="connsiteX6" fmla="*/ 255270 w 553402"/>
                <a:gd name="connsiteY6" fmla="*/ 233363 h 402907"/>
                <a:gd name="connsiteX7" fmla="*/ 255270 w 553402"/>
                <a:gd name="connsiteY7" fmla="*/ 402908 h 402907"/>
                <a:gd name="connsiteX8" fmla="*/ 298132 w 553402"/>
                <a:gd name="connsiteY8" fmla="*/ 402908 h 402907"/>
                <a:gd name="connsiteX9" fmla="*/ 298132 w 553402"/>
                <a:gd name="connsiteY9" fmla="*/ 233363 h 402907"/>
                <a:gd name="connsiteX10" fmla="*/ 340995 w 553402"/>
                <a:gd name="connsiteY10" fmla="*/ 233363 h 402907"/>
                <a:gd name="connsiteX11" fmla="*/ 553403 w 553402"/>
                <a:gd name="connsiteY11" fmla="*/ 20955 h 402907"/>
                <a:gd name="connsiteX12" fmla="*/ 553403 w 553402"/>
                <a:gd name="connsiteY12" fmla="*/ 0 h 402907"/>
                <a:gd name="connsiteX13" fmla="*/ 468630 w 553402"/>
                <a:gd name="connsiteY13" fmla="*/ 0 h 402907"/>
                <a:gd name="connsiteX14" fmla="*/ 212407 w 553402"/>
                <a:gd name="connsiteY14" fmla="*/ 190500 h 402907"/>
                <a:gd name="connsiteX15" fmla="*/ 43815 w 553402"/>
                <a:gd name="connsiteY15" fmla="*/ 41910 h 402907"/>
                <a:gd name="connsiteX16" fmla="*/ 84772 w 553402"/>
                <a:gd name="connsiteY16" fmla="*/ 41910 h 402907"/>
                <a:gd name="connsiteX17" fmla="*/ 253365 w 553402"/>
                <a:gd name="connsiteY17" fmla="*/ 190500 h 402907"/>
                <a:gd name="connsiteX18" fmla="*/ 212407 w 553402"/>
                <a:gd name="connsiteY18" fmla="*/ 190500 h 402907"/>
                <a:gd name="connsiteX19" fmla="*/ 340042 w 553402"/>
                <a:gd name="connsiteY19" fmla="*/ 190500 h 402907"/>
                <a:gd name="connsiteX20" fmla="*/ 299085 w 553402"/>
                <a:gd name="connsiteY20" fmla="*/ 190500 h 402907"/>
                <a:gd name="connsiteX21" fmla="*/ 467678 w 553402"/>
                <a:gd name="connsiteY21" fmla="*/ 41910 h 402907"/>
                <a:gd name="connsiteX22" fmla="*/ 508635 w 553402"/>
                <a:gd name="connsiteY22" fmla="*/ 41910 h 402907"/>
                <a:gd name="connsiteX23" fmla="*/ 340042 w 553402"/>
                <a:gd name="connsiteY23" fmla="*/ 190500 h 402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53402" h="402907">
                  <a:moveTo>
                    <a:pt x="467678" y="0"/>
                  </a:moveTo>
                  <a:cubicBezTo>
                    <a:pt x="383857" y="0"/>
                    <a:pt x="310515" y="48578"/>
                    <a:pt x="276225" y="120015"/>
                  </a:cubicBezTo>
                  <a:cubicBezTo>
                    <a:pt x="241935" y="49530"/>
                    <a:pt x="168592" y="0"/>
                    <a:pt x="84772" y="0"/>
                  </a:cubicBezTo>
                  <a:lnTo>
                    <a:pt x="0" y="0"/>
                  </a:lnTo>
                  <a:lnTo>
                    <a:pt x="0" y="20955"/>
                  </a:lnTo>
                  <a:cubicBezTo>
                    <a:pt x="0" y="138113"/>
                    <a:pt x="95250" y="233363"/>
                    <a:pt x="212407" y="233363"/>
                  </a:cubicBezTo>
                  <a:lnTo>
                    <a:pt x="255270" y="233363"/>
                  </a:lnTo>
                  <a:lnTo>
                    <a:pt x="255270" y="402908"/>
                  </a:lnTo>
                  <a:lnTo>
                    <a:pt x="298132" y="402908"/>
                  </a:lnTo>
                  <a:lnTo>
                    <a:pt x="298132" y="233363"/>
                  </a:lnTo>
                  <a:lnTo>
                    <a:pt x="340995" y="233363"/>
                  </a:lnTo>
                  <a:cubicBezTo>
                    <a:pt x="458153" y="233363"/>
                    <a:pt x="553403" y="138113"/>
                    <a:pt x="553403" y="20955"/>
                  </a:cubicBezTo>
                  <a:lnTo>
                    <a:pt x="553403" y="0"/>
                  </a:lnTo>
                  <a:lnTo>
                    <a:pt x="468630" y="0"/>
                  </a:lnTo>
                  <a:close/>
                  <a:moveTo>
                    <a:pt x="212407" y="190500"/>
                  </a:moveTo>
                  <a:cubicBezTo>
                    <a:pt x="125730" y="190500"/>
                    <a:pt x="54292" y="125730"/>
                    <a:pt x="43815" y="41910"/>
                  </a:cubicBezTo>
                  <a:lnTo>
                    <a:pt x="84772" y="41910"/>
                  </a:lnTo>
                  <a:cubicBezTo>
                    <a:pt x="171450" y="41910"/>
                    <a:pt x="242888" y="106680"/>
                    <a:pt x="253365" y="190500"/>
                  </a:cubicBezTo>
                  <a:lnTo>
                    <a:pt x="212407" y="190500"/>
                  </a:lnTo>
                  <a:close/>
                  <a:moveTo>
                    <a:pt x="340042" y="190500"/>
                  </a:moveTo>
                  <a:lnTo>
                    <a:pt x="299085" y="190500"/>
                  </a:lnTo>
                  <a:cubicBezTo>
                    <a:pt x="309563" y="106680"/>
                    <a:pt x="381000" y="41910"/>
                    <a:pt x="467678" y="41910"/>
                  </a:cubicBezTo>
                  <a:lnTo>
                    <a:pt x="508635" y="41910"/>
                  </a:lnTo>
                  <a:cubicBezTo>
                    <a:pt x="498157" y="125730"/>
                    <a:pt x="426720" y="190500"/>
                    <a:pt x="340042" y="190500"/>
                  </a:cubicBezTo>
                  <a:close/>
                </a:path>
              </a:pathLst>
            </a:custGeom>
            <a:solidFill>
              <a:schemeClr val="accent2"/>
            </a:solidFill>
            <a:ln w="0" cap="flat">
              <a:noFill/>
              <a:prstDash val="solid"/>
              <a:miter/>
            </a:ln>
          </p:spPr>
          <p:txBody>
            <a:bodyPr rtlCol="0" anchor="ctr"/>
            <a:lstStyle/>
            <a:p>
              <a:endParaRPr lang="en-US"/>
            </a:p>
          </p:txBody>
        </p:sp>
        <p:grpSp>
          <p:nvGrpSpPr>
            <p:cNvPr id="10" name="Graphic 8">
              <a:extLst>
                <a:ext uri="{FF2B5EF4-FFF2-40B4-BE49-F238E27FC236}">
                  <a16:creationId xmlns:a16="http://schemas.microsoft.com/office/drawing/2014/main" id="{3ACF959F-56A5-E952-F484-09D13707B923}"/>
                </a:ext>
              </a:extLst>
            </p:cNvPr>
            <p:cNvGrpSpPr/>
            <p:nvPr/>
          </p:nvGrpSpPr>
          <p:grpSpPr>
            <a:xfrm>
              <a:off x="12372571" y="7209566"/>
              <a:ext cx="1087755" cy="1087754"/>
              <a:chOff x="12372571" y="7209566"/>
              <a:chExt cx="1087755" cy="1087754"/>
            </a:xfrm>
          </p:grpSpPr>
          <p:sp>
            <p:nvSpPr>
              <p:cNvPr id="11" name="Freeform 10">
                <a:extLst>
                  <a:ext uri="{FF2B5EF4-FFF2-40B4-BE49-F238E27FC236}">
                    <a16:creationId xmlns:a16="http://schemas.microsoft.com/office/drawing/2014/main" id="{1AA8C2A7-AF14-0681-9645-70B1E1D21E4A}"/>
                  </a:ext>
                </a:extLst>
              </p:cNvPr>
              <p:cNvSpPr/>
              <p:nvPr/>
            </p:nvSpPr>
            <p:spPr>
              <a:xfrm>
                <a:off x="12372571" y="7209566"/>
                <a:ext cx="1087755" cy="1087754"/>
              </a:xfrm>
              <a:custGeom>
                <a:avLst/>
                <a:gdLst>
                  <a:gd name="connsiteX0" fmla="*/ 1087755 w 1087755"/>
                  <a:gd name="connsiteY0" fmla="*/ 0 h 1087754"/>
                  <a:gd name="connsiteX1" fmla="*/ 1087755 w 1087755"/>
                  <a:gd name="connsiteY1" fmla="*/ 1087755 h 1087754"/>
                  <a:gd name="connsiteX2" fmla="*/ 0 w 1087755"/>
                  <a:gd name="connsiteY2" fmla="*/ 1087755 h 1087754"/>
                </a:gdLst>
                <a:ahLst/>
                <a:cxnLst>
                  <a:cxn ang="0">
                    <a:pos x="connsiteX0" y="connsiteY0"/>
                  </a:cxn>
                  <a:cxn ang="0">
                    <a:pos x="connsiteX1" y="connsiteY1"/>
                  </a:cxn>
                  <a:cxn ang="0">
                    <a:pos x="connsiteX2" y="connsiteY2"/>
                  </a:cxn>
                </a:cxnLst>
                <a:rect l="l" t="t" r="r" b="b"/>
                <a:pathLst>
                  <a:path w="1087755" h="1087754">
                    <a:moveTo>
                      <a:pt x="1087755" y="0"/>
                    </a:moveTo>
                    <a:lnTo>
                      <a:pt x="1087755" y="1087755"/>
                    </a:lnTo>
                    <a:lnTo>
                      <a:pt x="0" y="1087755"/>
                    </a:lnTo>
                  </a:path>
                </a:pathLst>
              </a:custGeom>
              <a:noFill/>
              <a:ln w="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8BDA1C6A-BF36-D885-B1B1-203DE44727B8}"/>
                  </a:ext>
                </a:extLst>
              </p:cNvPr>
              <p:cNvSpPr/>
              <p:nvPr/>
            </p:nvSpPr>
            <p:spPr>
              <a:xfrm>
                <a:off x="12383048" y="7669623"/>
                <a:ext cx="1062990" cy="552450"/>
              </a:xfrm>
              <a:custGeom>
                <a:avLst/>
                <a:gdLst>
                  <a:gd name="connsiteX0" fmla="*/ 1048703 w 1062990"/>
                  <a:gd name="connsiteY0" fmla="*/ 261938 h 552450"/>
                  <a:gd name="connsiteX1" fmla="*/ 944880 w 1062990"/>
                  <a:gd name="connsiteY1" fmla="*/ 206693 h 552450"/>
                  <a:gd name="connsiteX2" fmla="*/ 929640 w 1062990"/>
                  <a:gd name="connsiteY2" fmla="*/ 206693 h 552450"/>
                  <a:gd name="connsiteX3" fmla="*/ 661988 w 1062990"/>
                  <a:gd name="connsiteY3" fmla="*/ 0 h 552450"/>
                  <a:gd name="connsiteX4" fmla="*/ 418148 w 1062990"/>
                  <a:gd name="connsiteY4" fmla="*/ 146685 h 552450"/>
                  <a:gd name="connsiteX5" fmla="*/ 343853 w 1062990"/>
                  <a:gd name="connsiteY5" fmla="*/ 127635 h 552450"/>
                  <a:gd name="connsiteX6" fmla="*/ 203835 w 1062990"/>
                  <a:gd name="connsiteY6" fmla="*/ 191452 h 552450"/>
                  <a:gd name="connsiteX7" fmla="*/ 0 w 1062990"/>
                  <a:gd name="connsiteY7" fmla="*/ 191452 h 552450"/>
                  <a:gd name="connsiteX8" fmla="*/ 0 w 1062990"/>
                  <a:gd name="connsiteY8" fmla="*/ 488633 h 552450"/>
                  <a:gd name="connsiteX9" fmla="*/ 209550 w 1062990"/>
                  <a:gd name="connsiteY9" fmla="*/ 488633 h 552450"/>
                  <a:gd name="connsiteX10" fmla="*/ 404813 w 1062990"/>
                  <a:gd name="connsiteY10" fmla="*/ 552450 h 552450"/>
                  <a:gd name="connsiteX11" fmla="*/ 732473 w 1062990"/>
                  <a:gd name="connsiteY11" fmla="*/ 552450 h 552450"/>
                  <a:gd name="connsiteX12" fmla="*/ 738188 w 1062990"/>
                  <a:gd name="connsiteY12" fmla="*/ 547688 h 552450"/>
                  <a:gd name="connsiteX13" fmla="*/ 974408 w 1062990"/>
                  <a:gd name="connsiteY13" fmla="*/ 351473 h 552450"/>
                  <a:gd name="connsiteX14" fmla="*/ 1022985 w 1062990"/>
                  <a:gd name="connsiteY14" fmla="*/ 311468 h 552450"/>
                  <a:gd name="connsiteX15" fmla="*/ 1045845 w 1062990"/>
                  <a:gd name="connsiteY15" fmla="*/ 293370 h 552450"/>
                  <a:gd name="connsiteX16" fmla="*/ 1062990 w 1062990"/>
                  <a:gd name="connsiteY16" fmla="*/ 280035 h 552450"/>
                  <a:gd name="connsiteX17" fmla="*/ 1048703 w 1062990"/>
                  <a:gd name="connsiteY17" fmla="*/ 263843 h 552450"/>
                  <a:gd name="connsiteX18" fmla="*/ 662940 w 1062990"/>
                  <a:gd name="connsiteY18" fmla="*/ 41910 h 552450"/>
                  <a:gd name="connsiteX19" fmla="*/ 887730 w 1062990"/>
                  <a:gd name="connsiteY19" fmla="*/ 212408 h 552450"/>
                  <a:gd name="connsiteX20" fmla="*/ 832485 w 1062990"/>
                  <a:gd name="connsiteY20" fmla="*/ 240983 h 552450"/>
                  <a:gd name="connsiteX21" fmla="*/ 798195 w 1062990"/>
                  <a:gd name="connsiteY21" fmla="*/ 271463 h 552450"/>
                  <a:gd name="connsiteX22" fmla="*/ 746760 w 1062990"/>
                  <a:gd name="connsiteY22" fmla="*/ 318135 h 552450"/>
                  <a:gd name="connsiteX23" fmla="*/ 746760 w 1062990"/>
                  <a:gd name="connsiteY23" fmla="*/ 318135 h 552450"/>
                  <a:gd name="connsiteX24" fmla="*/ 600075 w 1062990"/>
                  <a:gd name="connsiteY24" fmla="*/ 190500 h 552450"/>
                  <a:gd name="connsiteX25" fmla="*/ 481965 w 1062990"/>
                  <a:gd name="connsiteY25" fmla="*/ 190500 h 552450"/>
                  <a:gd name="connsiteX26" fmla="*/ 456248 w 1062990"/>
                  <a:gd name="connsiteY26" fmla="*/ 168593 h 552450"/>
                  <a:gd name="connsiteX27" fmla="*/ 663893 w 1062990"/>
                  <a:gd name="connsiteY27" fmla="*/ 41910 h 552450"/>
                  <a:gd name="connsiteX28" fmla="*/ 191453 w 1062990"/>
                  <a:gd name="connsiteY28" fmla="*/ 445770 h 552450"/>
                  <a:gd name="connsiteX29" fmla="*/ 42863 w 1062990"/>
                  <a:gd name="connsiteY29" fmla="*/ 445770 h 552450"/>
                  <a:gd name="connsiteX30" fmla="*/ 42863 w 1062990"/>
                  <a:gd name="connsiteY30" fmla="*/ 233363 h 552450"/>
                  <a:gd name="connsiteX31" fmla="*/ 191453 w 1062990"/>
                  <a:gd name="connsiteY31" fmla="*/ 233363 h 552450"/>
                  <a:gd name="connsiteX32" fmla="*/ 191453 w 1062990"/>
                  <a:gd name="connsiteY32" fmla="*/ 445770 h 552450"/>
                  <a:gd name="connsiteX33" fmla="*/ 996315 w 1062990"/>
                  <a:gd name="connsiteY33" fmla="*/ 277178 h 552450"/>
                  <a:gd name="connsiteX34" fmla="*/ 946785 w 1062990"/>
                  <a:gd name="connsiteY34" fmla="*/ 318135 h 552450"/>
                  <a:gd name="connsiteX35" fmla="*/ 716280 w 1062990"/>
                  <a:gd name="connsiteY35" fmla="*/ 509588 h 552450"/>
                  <a:gd name="connsiteX36" fmla="*/ 411480 w 1062990"/>
                  <a:gd name="connsiteY36" fmla="*/ 509588 h 552450"/>
                  <a:gd name="connsiteX37" fmla="*/ 234315 w 1062990"/>
                  <a:gd name="connsiteY37" fmla="*/ 451485 h 552450"/>
                  <a:gd name="connsiteX38" fmla="*/ 234315 w 1062990"/>
                  <a:gd name="connsiteY38" fmla="*/ 220980 h 552450"/>
                  <a:gd name="connsiteX39" fmla="*/ 344805 w 1062990"/>
                  <a:gd name="connsiteY39" fmla="*/ 169545 h 552450"/>
                  <a:gd name="connsiteX40" fmla="*/ 456248 w 1062990"/>
                  <a:gd name="connsiteY40" fmla="*/ 225743 h 552450"/>
                  <a:gd name="connsiteX41" fmla="*/ 462915 w 1062990"/>
                  <a:gd name="connsiteY41" fmla="*/ 232410 h 552450"/>
                  <a:gd name="connsiteX42" fmla="*/ 600075 w 1062990"/>
                  <a:gd name="connsiteY42" fmla="*/ 232410 h 552450"/>
                  <a:gd name="connsiteX43" fmla="*/ 703898 w 1062990"/>
                  <a:gd name="connsiteY43" fmla="*/ 317183 h 552450"/>
                  <a:gd name="connsiteX44" fmla="*/ 503873 w 1062990"/>
                  <a:gd name="connsiteY44" fmla="*/ 317183 h 552450"/>
                  <a:gd name="connsiteX45" fmla="*/ 503873 w 1062990"/>
                  <a:gd name="connsiteY45" fmla="*/ 360045 h 552450"/>
                  <a:gd name="connsiteX46" fmla="*/ 762953 w 1062990"/>
                  <a:gd name="connsiteY46" fmla="*/ 360045 h 552450"/>
                  <a:gd name="connsiteX47" fmla="*/ 768668 w 1062990"/>
                  <a:gd name="connsiteY47" fmla="*/ 355283 h 552450"/>
                  <a:gd name="connsiteX48" fmla="*/ 827723 w 1062990"/>
                  <a:gd name="connsiteY48" fmla="*/ 302895 h 552450"/>
                  <a:gd name="connsiteX49" fmla="*/ 860108 w 1062990"/>
                  <a:gd name="connsiteY49" fmla="*/ 274320 h 552450"/>
                  <a:gd name="connsiteX50" fmla="*/ 941070 w 1062990"/>
                  <a:gd name="connsiteY50" fmla="*/ 249555 h 552450"/>
                  <a:gd name="connsiteX51" fmla="*/ 1001078 w 1062990"/>
                  <a:gd name="connsiteY51" fmla="*/ 274320 h 552450"/>
                  <a:gd name="connsiteX52" fmla="*/ 996315 w 1062990"/>
                  <a:gd name="connsiteY52" fmla="*/ 27813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62990" h="552450">
                    <a:moveTo>
                      <a:pt x="1048703" y="261938"/>
                    </a:moveTo>
                    <a:cubicBezTo>
                      <a:pt x="1022033" y="230505"/>
                      <a:pt x="985838" y="211455"/>
                      <a:pt x="944880" y="206693"/>
                    </a:cubicBezTo>
                    <a:cubicBezTo>
                      <a:pt x="940118" y="206693"/>
                      <a:pt x="935355" y="206693"/>
                      <a:pt x="929640" y="206693"/>
                    </a:cubicBezTo>
                    <a:cubicBezTo>
                      <a:pt x="898208" y="85725"/>
                      <a:pt x="788670" y="0"/>
                      <a:pt x="661988" y="0"/>
                    </a:cubicBezTo>
                    <a:cubicBezTo>
                      <a:pt x="535305" y="0"/>
                      <a:pt x="465773" y="57150"/>
                      <a:pt x="418148" y="146685"/>
                    </a:cubicBezTo>
                    <a:cubicBezTo>
                      <a:pt x="396240" y="136208"/>
                      <a:pt x="371475" y="127635"/>
                      <a:pt x="343853" y="127635"/>
                    </a:cubicBezTo>
                    <a:cubicBezTo>
                      <a:pt x="279083" y="127635"/>
                      <a:pt x="222885" y="174308"/>
                      <a:pt x="203835" y="191452"/>
                    </a:cubicBezTo>
                    <a:lnTo>
                      <a:pt x="0" y="191452"/>
                    </a:lnTo>
                    <a:lnTo>
                      <a:pt x="0" y="488633"/>
                    </a:lnTo>
                    <a:lnTo>
                      <a:pt x="209550" y="488633"/>
                    </a:lnTo>
                    <a:lnTo>
                      <a:pt x="404813" y="552450"/>
                    </a:lnTo>
                    <a:lnTo>
                      <a:pt x="732473" y="552450"/>
                    </a:lnTo>
                    <a:lnTo>
                      <a:pt x="738188" y="547688"/>
                    </a:lnTo>
                    <a:cubicBezTo>
                      <a:pt x="874395" y="434340"/>
                      <a:pt x="939165" y="381000"/>
                      <a:pt x="974408" y="351473"/>
                    </a:cubicBezTo>
                    <a:cubicBezTo>
                      <a:pt x="999173" y="331153"/>
                      <a:pt x="1015365" y="317818"/>
                      <a:pt x="1022985" y="311468"/>
                    </a:cubicBezTo>
                    <a:cubicBezTo>
                      <a:pt x="1027748" y="307658"/>
                      <a:pt x="1034415" y="301943"/>
                      <a:pt x="1045845" y="293370"/>
                    </a:cubicBezTo>
                    <a:lnTo>
                      <a:pt x="1062990" y="280035"/>
                    </a:lnTo>
                    <a:lnTo>
                      <a:pt x="1048703" y="263843"/>
                    </a:lnTo>
                    <a:close/>
                    <a:moveTo>
                      <a:pt x="662940" y="41910"/>
                    </a:moveTo>
                    <a:cubicBezTo>
                      <a:pt x="768668" y="41910"/>
                      <a:pt x="860108" y="112395"/>
                      <a:pt x="887730" y="212408"/>
                    </a:cubicBezTo>
                    <a:cubicBezTo>
                      <a:pt x="867728" y="218123"/>
                      <a:pt x="849630" y="227648"/>
                      <a:pt x="832485" y="240983"/>
                    </a:cubicBezTo>
                    <a:cubicBezTo>
                      <a:pt x="822008" y="249555"/>
                      <a:pt x="810578" y="260033"/>
                      <a:pt x="798195" y="271463"/>
                    </a:cubicBezTo>
                    <a:cubicBezTo>
                      <a:pt x="783908" y="284798"/>
                      <a:pt x="767715" y="300038"/>
                      <a:pt x="746760" y="318135"/>
                    </a:cubicBezTo>
                    <a:lnTo>
                      <a:pt x="746760" y="318135"/>
                    </a:lnTo>
                    <a:cubicBezTo>
                      <a:pt x="736283" y="245745"/>
                      <a:pt x="674370" y="190500"/>
                      <a:pt x="600075" y="190500"/>
                    </a:cubicBezTo>
                    <a:lnTo>
                      <a:pt x="481965" y="190500"/>
                    </a:lnTo>
                    <a:cubicBezTo>
                      <a:pt x="476250" y="184785"/>
                      <a:pt x="467678" y="177165"/>
                      <a:pt x="456248" y="168593"/>
                    </a:cubicBezTo>
                    <a:cubicBezTo>
                      <a:pt x="496253" y="91440"/>
                      <a:pt x="576263" y="41910"/>
                      <a:pt x="663893" y="41910"/>
                    </a:cubicBezTo>
                    <a:close/>
                    <a:moveTo>
                      <a:pt x="191453" y="445770"/>
                    </a:moveTo>
                    <a:lnTo>
                      <a:pt x="42863" y="445770"/>
                    </a:lnTo>
                    <a:lnTo>
                      <a:pt x="42863" y="233363"/>
                    </a:lnTo>
                    <a:lnTo>
                      <a:pt x="191453" y="233363"/>
                    </a:lnTo>
                    <a:lnTo>
                      <a:pt x="191453" y="445770"/>
                    </a:lnTo>
                    <a:close/>
                    <a:moveTo>
                      <a:pt x="996315" y="277178"/>
                    </a:moveTo>
                    <a:cubicBezTo>
                      <a:pt x="988057" y="283528"/>
                      <a:pt x="971550" y="297180"/>
                      <a:pt x="946785" y="318135"/>
                    </a:cubicBezTo>
                    <a:cubicBezTo>
                      <a:pt x="912495" y="346710"/>
                      <a:pt x="848678" y="400050"/>
                      <a:pt x="716280" y="509588"/>
                    </a:cubicBezTo>
                    <a:lnTo>
                      <a:pt x="411480" y="509588"/>
                    </a:lnTo>
                    <a:lnTo>
                      <a:pt x="234315" y="451485"/>
                    </a:lnTo>
                    <a:lnTo>
                      <a:pt x="234315" y="220980"/>
                    </a:lnTo>
                    <a:cubicBezTo>
                      <a:pt x="250508" y="206693"/>
                      <a:pt x="296228" y="169545"/>
                      <a:pt x="344805" y="169545"/>
                    </a:cubicBezTo>
                    <a:cubicBezTo>
                      <a:pt x="393383" y="169545"/>
                      <a:pt x="456248" y="225743"/>
                      <a:pt x="456248" y="225743"/>
                    </a:cubicBezTo>
                    <a:lnTo>
                      <a:pt x="462915" y="232410"/>
                    </a:lnTo>
                    <a:lnTo>
                      <a:pt x="600075" y="232410"/>
                    </a:lnTo>
                    <a:cubicBezTo>
                      <a:pt x="651510" y="232410"/>
                      <a:pt x="694373" y="268605"/>
                      <a:pt x="703898" y="317183"/>
                    </a:cubicBezTo>
                    <a:lnTo>
                      <a:pt x="503873" y="317183"/>
                    </a:lnTo>
                    <a:lnTo>
                      <a:pt x="503873" y="360045"/>
                    </a:lnTo>
                    <a:lnTo>
                      <a:pt x="762953" y="360045"/>
                    </a:lnTo>
                    <a:lnTo>
                      <a:pt x="768668" y="355283"/>
                    </a:lnTo>
                    <a:cubicBezTo>
                      <a:pt x="793433" y="334328"/>
                      <a:pt x="812483" y="317183"/>
                      <a:pt x="827723" y="302895"/>
                    </a:cubicBezTo>
                    <a:cubicBezTo>
                      <a:pt x="840105" y="291465"/>
                      <a:pt x="849630" y="281940"/>
                      <a:pt x="860108" y="274320"/>
                    </a:cubicBezTo>
                    <a:cubicBezTo>
                      <a:pt x="882968" y="255270"/>
                      <a:pt x="911543" y="246698"/>
                      <a:pt x="941070" y="249555"/>
                    </a:cubicBezTo>
                    <a:cubicBezTo>
                      <a:pt x="962978" y="251460"/>
                      <a:pt x="983933" y="260033"/>
                      <a:pt x="1001078" y="274320"/>
                    </a:cubicBezTo>
                    <a:cubicBezTo>
                      <a:pt x="999173" y="275273"/>
                      <a:pt x="998220" y="277178"/>
                      <a:pt x="996315" y="278130"/>
                    </a:cubicBezTo>
                    <a:close/>
                  </a:path>
                </a:pathLst>
              </a:custGeom>
              <a:solidFill>
                <a:schemeClr val="bg1"/>
              </a:solid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6306092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1">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BE623F-DB6C-3D05-E5AC-0FB1CD275E39}"/>
              </a:ext>
              <a:ext uri="{C183D7F6-B498-43B3-948B-1728B52AA6E4}">
                <adec:decorative xmlns:adec="http://schemas.microsoft.com/office/drawing/2017/decorative" val="1"/>
              </a:ext>
            </a:extLst>
          </p:cNvPr>
          <p:cNvSpPr/>
          <p:nvPr userDrawn="1"/>
        </p:nvSpPr>
        <p:spPr>
          <a:xfrm>
            <a:off x="0" y="0"/>
            <a:ext cx="20318413" cy="1143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Tree>
    <p:extLst>
      <p:ext uri="{BB962C8B-B14F-4D97-AF65-F5344CB8AC3E}">
        <p14:creationId xmlns:p14="http://schemas.microsoft.com/office/powerpoint/2010/main" val="97929459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2">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BE623F-DB6C-3D05-E5AC-0FB1CD275E39}"/>
              </a:ext>
              <a:ext uri="{C183D7F6-B498-43B3-948B-1728B52AA6E4}">
                <adec:decorative xmlns:adec="http://schemas.microsoft.com/office/drawing/2017/decorative" val="1"/>
              </a:ext>
            </a:extLst>
          </p:cNvPr>
          <p:cNvSpPr/>
          <p:nvPr userDrawn="1"/>
        </p:nvSpPr>
        <p:spPr>
          <a:xfrm>
            <a:off x="0" y="0"/>
            <a:ext cx="20318413" cy="1143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Tree>
    <p:extLst>
      <p:ext uri="{BB962C8B-B14F-4D97-AF65-F5344CB8AC3E}">
        <p14:creationId xmlns:p14="http://schemas.microsoft.com/office/powerpoint/2010/main" val="3477147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21" Type="http://schemas.openxmlformats.org/officeDocument/2006/relationships/slideLayout" Target="../slideLayouts/slideLayout28.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slideLayout" Target="../slideLayouts/slideLayout27.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24" Type="http://schemas.openxmlformats.org/officeDocument/2006/relationships/image" Target="../media/image3.svg"/><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theme" Target="../theme/theme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image" Target="../media/image9.svg"/><Relationship Id="rId10" Type="http://schemas.openxmlformats.org/officeDocument/2006/relationships/slideLayout" Target="../slideLayouts/slideLayout39.xml"/><Relationship Id="rId19" Type="http://schemas.openxmlformats.org/officeDocument/2006/relationships/slideLayout" Target="../slideLayouts/slideLayout48.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9756113"/>
      </p:ext>
    </p:extLst>
  </p:cSld>
  <p:clrMap bg1="lt1" tx1="dk1" bg2="lt2" tx2="dk2" accent1="accent1" accent2="accent2" accent3="accent3" accent4="accent4" accent5="accent5" accent6="accent6" hlink="hlink" folHlink="folHlink"/>
  <p:sldLayoutIdLst>
    <p:sldLayoutId id="2147483703" r:id="rId1"/>
    <p:sldLayoutId id="2147483736" r:id="rId2"/>
    <p:sldLayoutId id="2147483673" r:id="rId3"/>
    <p:sldLayoutId id="2147483698" r:id="rId4"/>
    <p:sldLayoutId id="2147483674" r:id="rId5"/>
    <p:sldLayoutId id="2147483699" r:id="rId6"/>
    <p:sldLayoutId id="2147483675" r:id="rId7"/>
  </p:sldLayoutIdLst>
  <p:hf hdr="0"/>
  <p:txStyles>
    <p:titleStyle>
      <a:lvl1pPr algn="l" defTabSz="1523848" rtl="0" eaLnBrk="1" latinLnBrk="0" hangingPunct="1">
        <a:lnSpc>
          <a:spcPct val="90000"/>
        </a:lnSpc>
        <a:spcBef>
          <a:spcPct val="0"/>
        </a:spcBef>
        <a:buNone/>
        <a:defRPr sz="7333" kern="1200">
          <a:solidFill>
            <a:schemeClr val="tx1"/>
          </a:solidFill>
          <a:latin typeface="+mj-lt"/>
          <a:ea typeface="+mj-ea"/>
          <a:cs typeface="+mj-cs"/>
        </a:defRPr>
      </a:lvl1pPr>
    </p:titleStyle>
    <p:bodyStyle>
      <a:lvl1pPr marL="380962" indent="-380962" algn="l" defTabSz="1523848" rtl="0" eaLnBrk="1" latinLnBrk="0" hangingPunct="1">
        <a:lnSpc>
          <a:spcPct val="90000"/>
        </a:lnSpc>
        <a:spcBef>
          <a:spcPts val="1667"/>
        </a:spcBef>
        <a:buFont typeface="Arial" panose="020B0604020202020204" pitchFamily="34" charset="0"/>
        <a:buChar char="•"/>
        <a:defRPr sz="4666" kern="1200">
          <a:solidFill>
            <a:schemeClr val="tx1"/>
          </a:solidFill>
          <a:latin typeface="+mn-lt"/>
          <a:ea typeface="+mn-ea"/>
          <a:cs typeface="+mn-cs"/>
        </a:defRPr>
      </a:lvl1pPr>
      <a:lvl2pPr marL="1142886" indent="-380962" algn="l" defTabSz="1523848" rtl="0" eaLnBrk="1" latinLnBrk="0" hangingPunct="1">
        <a:lnSpc>
          <a:spcPct val="90000"/>
        </a:lnSpc>
        <a:spcBef>
          <a:spcPts val="833"/>
        </a:spcBef>
        <a:buFont typeface="Arial" panose="020B0604020202020204" pitchFamily="34" charset="0"/>
        <a:buChar char="•"/>
        <a:defRPr sz="4000" kern="1200">
          <a:solidFill>
            <a:schemeClr val="tx1"/>
          </a:solidFill>
          <a:latin typeface="+mn-lt"/>
          <a:ea typeface="+mn-ea"/>
          <a:cs typeface="+mn-cs"/>
        </a:defRPr>
      </a:lvl2pPr>
      <a:lvl3pPr marL="1904810" indent="-380962" algn="l" defTabSz="1523848" rtl="0" eaLnBrk="1" latinLnBrk="0" hangingPunct="1">
        <a:lnSpc>
          <a:spcPct val="90000"/>
        </a:lnSpc>
        <a:spcBef>
          <a:spcPts val="833"/>
        </a:spcBef>
        <a:buFont typeface="Arial" panose="020B0604020202020204" pitchFamily="34" charset="0"/>
        <a:buChar char="•"/>
        <a:defRPr sz="3333" kern="1200">
          <a:solidFill>
            <a:schemeClr val="tx1"/>
          </a:solidFill>
          <a:latin typeface="+mn-lt"/>
          <a:ea typeface="+mn-ea"/>
          <a:cs typeface="+mn-cs"/>
        </a:defRPr>
      </a:lvl3pPr>
      <a:lvl4pPr marL="2666733"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4pPr>
      <a:lvl5pPr marL="3428657"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5pPr>
      <a:lvl6pPr marL="4190581"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6pPr>
      <a:lvl7pPr marL="4952505"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7pPr>
      <a:lvl8pPr marL="5714429"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8pPr>
      <a:lvl9pPr marL="6476352"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9pPr>
    </p:bodyStyle>
    <p:otherStyle>
      <a:defPPr>
        <a:defRPr lang="en-US"/>
      </a:defPPr>
      <a:lvl1pPr marL="0" algn="l" defTabSz="1523848" rtl="0" eaLnBrk="1" latinLnBrk="0" hangingPunct="1">
        <a:defRPr sz="3000" kern="1200">
          <a:solidFill>
            <a:schemeClr val="tx1"/>
          </a:solidFill>
          <a:latin typeface="+mn-lt"/>
          <a:ea typeface="+mn-ea"/>
          <a:cs typeface="+mn-cs"/>
        </a:defRPr>
      </a:lvl1pPr>
      <a:lvl2pPr marL="761924" algn="l" defTabSz="1523848" rtl="0" eaLnBrk="1" latinLnBrk="0" hangingPunct="1">
        <a:defRPr sz="3000" kern="1200">
          <a:solidFill>
            <a:schemeClr val="tx1"/>
          </a:solidFill>
          <a:latin typeface="+mn-lt"/>
          <a:ea typeface="+mn-ea"/>
          <a:cs typeface="+mn-cs"/>
        </a:defRPr>
      </a:lvl2pPr>
      <a:lvl3pPr marL="1523848" algn="l" defTabSz="1523848" rtl="0" eaLnBrk="1" latinLnBrk="0" hangingPunct="1">
        <a:defRPr sz="3000" kern="1200">
          <a:solidFill>
            <a:schemeClr val="tx1"/>
          </a:solidFill>
          <a:latin typeface="+mn-lt"/>
          <a:ea typeface="+mn-ea"/>
          <a:cs typeface="+mn-cs"/>
        </a:defRPr>
      </a:lvl3pPr>
      <a:lvl4pPr marL="2285771" algn="l" defTabSz="1523848" rtl="0" eaLnBrk="1" latinLnBrk="0" hangingPunct="1">
        <a:defRPr sz="3000" kern="1200">
          <a:solidFill>
            <a:schemeClr val="tx1"/>
          </a:solidFill>
          <a:latin typeface="+mn-lt"/>
          <a:ea typeface="+mn-ea"/>
          <a:cs typeface="+mn-cs"/>
        </a:defRPr>
      </a:lvl4pPr>
      <a:lvl5pPr marL="3047695" algn="l" defTabSz="1523848" rtl="0" eaLnBrk="1" latinLnBrk="0" hangingPunct="1">
        <a:defRPr sz="3000" kern="1200">
          <a:solidFill>
            <a:schemeClr val="tx1"/>
          </a:solidFill>
          <a:latin typeface="+mn-lt"/>
          <a:ea typeface="+mn-ea"/>
          <a:cs typeface="+mn-cs"/>
        </a:defRPr>
      </a:lvl5pPr>
      <a:lvl6pPr marL="3809619" algn="l" defTabSz="1523848" rtl="0" eaLnBrk="1" latinLnBrk="0" hangingPunct="1">
        <a:defRPr sz="3000" kern="1200">
          <a:solidFill>
            <a:schemeClr val="tx1"/>
          </a:solidFill>
          <a:latin typeface="+mn-lt"/>
          <a:ea typeface="+mn-ea"/>
          <a:cs typeface="+mn-cs"/>
        </a:defRPr>
      </a:lvl6pPr>
      <a:lvl7pPr marL="4571543" algn="l" defTabSz="1523848" rtl="0" eaLnBrk="1" latinLnBrk="0" hangingPunct="1">
        <a:defRPr sz="3000" kern="1200">
          <a:solidFill>
            <a:schemeClr val="tx1"/>
          </a:solidFill>
          <a:latin typeface="+mn-lt"/>
          <a:ea typeface="+mn-ea"/>
          <a:cs typeface="+mn-cs"/>
        </a:defRPr>
      </a:lvl7pPr>
      <a:lvl8pPr marL="5333467" algn="l" defTabSz="1523848" rtl="0" eaLnBrk="1" latinLnBrk="0" hangingPunct="1">
        <a:defRPr sz="3000" kern="1200">
          <a:solidFill>
            <a:schemeClr val="tx1"/>
          </a:solidFill>
          <a:latin typeface="+mn-lt"/>
          <a:ea typeface="+mn-ea"/>
          <a:cs typeface="+mn-cs"/>
        </a:defRPr>
      </a:lvl8pPr>
      <a:lvl9pPr marL="6095390" algn="l" defTabSz="1523848" rtl="0" eaLnBrk="1" latinLnBrk="0" hangingPunct="1">
        <a:defRPr sz="3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6" userDrawn="1">
          <p15:clr>
            <a:srgbClr val="F26B43"/>
          </p15:clr>
        </p15:guide>
        <p15:guide id="2" pos="12523" userDrawn="1">
          <p15:clr>
            <a:srgbClr val="F26B43"/>
          </p15:clr>
        </p15:guide>
        <p15:guide id="3" orient="horz" pos="6911" userDrawn="1">
          <p15:clr>
            <a:srgbClr val="F26B43"/>
          </p15:clr>
        </p15:guide>
        <p15:guide id="4" orient="horz" pos="26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7" name="Picture 23" descr="McMaster Brighter World Logo">
            <a:extLst>
              <a:ext uri="{FF2B5EF4-FFF2-40B4-BE49-F238E27FC236}">
                <a16:creationId xmlns:a16="http://schemas.microsoft.com/office/drawing/2014/main" id="{BD60C075-AE86-8E05-54F6-84253EC0EDCA}"/>
              </a:ext>
            </a:extLst>
          </p:cNvPr>
          <p:cNvPicPr>
            <a:picLocks noChangeAspect="1"/>
          </p:cNvPicPr>
          <p:nvPr userDrawn="1"/>
        </p:nvPicPr>
        <p:blipFill>
          <a:blip>
            <a:extLst>
              <a:ext uri="{96DAC541-7B7A-43D3-8B79-37D633B846F1}">
                <asvg:svgBlip xmlns:asvg="http://schemas.microsoft.com/office/drawing/2016/SVG/main" r:embed="rId24"/>
              </a:ext>
            </a:extLst>
          </a:blip>
          <a:srcRect/>
          <a:stretch/>
        </p:blipFill>
        <p:spPr>
          <a:xfrm>
            <a:off x="439230" y="10046677"/>
            <a:ext cx="2919093" cy="924536"/>
          </a:xfrm>
          <a:prstGeom prst="rect">
            <a:avLst/>
          </a:prstGeom>
        </p:spPr>
      </p:pic>
      <p:cxnSp>
        <p:nvCxnSpPr>
          <p:cNvPr id="18" name="Straight Connector 17">
            <a:extLst>
              <a:ext uri="{FF2B5EF4-FFF2-40B4-BE49-F238E27FC236}">
                <a16:creationId xmlns:a16="http://schemas.microsoft.com/office/drawing/2014/main" id="{82124C9A-1A6B-0A47-A80A-9BE7F1D1BB27}"/>
              </a:ext>
              <a:ext uri="{C183D7F6-B498-43B3-948B-1728B52AA6E4}">
                <adec:decorative xmlns:adec="http://schemas.microsoft.com/office/drawing/2017/decorative" val="1"/>
              </a:ext>
            </a:extLst>
          </p:cNvPr>
          <p:cNvCxnSpPr>
            <a:cxnSpLocks/>
          </p:cNvCxnSpPr>
          <p:nvPr userDrawn="1"/>
        </p:nvCxnSpPr>
        <p:spPr>
          <a:xfrm>
            <a:off x="3645877" y="10339754"/>
            <a:ext cx="16672536"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7F28D3-D67E-618C-8F3A-A8EC1886AB77}"/>
              </a:ext>
              <a:ext uri="{C183D7F6-B498-43B3-948B-1728B52AA6E4}">
                <adec:decorative xmlns:adec="http://schemas.microsoft.com/office/drawing/2017/decorative" val="1"/>
              </a:ext>
            </a:extLst>
          </p:cNvPr>
          <p:cNvCxnSpPr>
            <a:cxnSpLocks/>
          </p:cNvCxnSpPr>
          <p:nvPr userDrawn="1"/>
        </p:nvCxnSpPr>
        <p:spPr>
          <a:xfrm>
            <a:off x="19141708" y="10621111"/>
            <a:ext cx="0" cy="35010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Footer Placeholder 10">
            <a:extLst>
              <a:ext uri="{FF2B5EF4-FFF2-40B4-BE49-F238E27FC236}">
                <a16:creationId xmlns:a16="http://schemas.microsoft.com/office/drawing/2014/main" id="{4B70D333-8933-5D45-A645-E2101C8D0414}"/>
              </a:ext>
            </a:extLst>
          </p:cNvPr>
          <p:cNvSpPr>
            <a:spLocks noGrp="1"/>
          </p:cNvSpPr>
          <p:nvPr>
            <p:ph type="ftr" sz="quarter" idx="3"/>
          </p:nvPr>
        </p:nvSpPr>
        <p:spPr>
          <a:xfrm>
            <a:off x="6731000" y="10620000"/>
            <a:ext cx="6856413" cy="377813"/>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15" name="TextBox 14">
            <a:extLst>
              <a:ext uri="{FF2B5EF4-FFF2-40B4-BE49-F238E27FC236}">
                <a16:creationId xmlns:a16="http://schemas.microsoft.com/office/drawing/2014/main" id="{580B6E45-6B27-3FE5-2C5E-F383AA13173A}"/>
              </a:ext>
            </a:extLst>
          </p:cNvPr>
          <p:cNvSpPr txBox="1"/>
          <p:nvPr userDrawn="1"/>
        </p:nvSpPr>
        <p:spPr>
          <a:xfrm>
            <a:off x="14712457" y="10621110"/>
            <a:ext cx="1699850" cy="350102"/>
          </a:xfrm>
          <a:prstGeom prst="rect">
            <a:avLst/>
          </a:prstGeom>
          <a:noFill/>
        </p:spPr>
        <p:txBody>
          <a:bodyPr wrap="square" rtlCol="0" anchor="ctr" anchorCtr="0">
            <a:noAutofit/>
          </a:bodyPr>
          <a:lstStyle/>
          <a:p>
            <a:r>
              <a:rPr lang="en-US">
                <a:solidFill>
                  <a:schemeClr val="accent3"/>
                </a:solidFill>
              </a:rPr>
              <a:t>mcmaster.ca</a:t>
            </a:r>
          </a:p>
        </p:txBody>
      </p:sp>
      <p:sp>
        <p:nvSpPr>
          <p:cNvPr id="20" name="Date Placeholder 3">
            <a:extLst>
              <a:ext uri="{FF2B5EF4-FFF2-40B4-BE49-F238E27FC236}">
                <a16:creationId xmlns:a16="http://schemas.microsoft.com/office/drawing/2014/main" id="{0FFE53B8-8EDD-64F7-3BAB-DF15C46C59AA}"/>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April 12, 2026</a:t>
            </a:fld>
            <a:endParaRPr lang="en-US"/>
          </a:p>
        </p:txBody>
      </p:sp>
      <p:sp>
        <p:nvSpPr>
          <p:cNvPr id="12" name="Slide Number Placeholder 11">
            <a:extLst>
              <a:ext uri="{FF2B5EF4-FFF2-40B4-BE49-F238E27FC236}">
                <a16:creationId xmlns:a16="http://schemas.microsoft.com/office/drawing/2014/main" id="{1C1AF429-5834-A301-2B81-A35534AD385F}"/>
              </a:ext>
            </a:extLst>
          </p:cNvPr>
          <p:cNvSpPr>
            <a:spLocks noGrp="1"/>
          </p:cNvSpPr>
          <p:nvPr>
            <p:ph type="sldNum" sz="quarter" idx="4"/>
          </p:nvPr>
        </p:nvSpPr>
        <p:spPr>
          <a:xfrm>
            <a:off x="19274400" y="10620000"/>
            <a:ext cx="763538" cy="377816"/>
          </a:xfrm>
          <a:prstGeom prst="rect">
            <a:avLst/>
          </a:prstGeom>
        </p:spPr>
        <p:txBody>
          <a:bodyPr vert="horz" lIns="91440" tIns="45720" rIns="91440" bIns="45720" rtlCol="0" anchor="ctr"/>
          <a:lstStyle>
            <a:lvl1pPr algn="l">
              <a:defRPr sz="1800">
                <a:solidFill>
                  <a:schemeClr val="accent3"/>
                </a:solidFill>
              </a:defRPr>
            </a:lvl1pPr>
          </a:lstStyle>
          <a:p>
            <a:fld id="{991AB9B0-3E43-D847-B073-60FE8FAFFDB7}" type="slidenum">
              <a:rPr lang="en-US" smtClean="0"/>
              <a:pPr/>
              <a:t>‹#›</a:t>
            </a:fld>
            <a:endParaRPr lang="en-US"/>
          </a:p>
        </p:txBody>
      </p:sp>
    </p:spTree>
    <p:extLst>
      <p:ext uri="{BB962C8B-B14F-4D97-AF65-F5344CB8AC3E}">
        <p14:creationId xmlns:p14="http://schemas.microsoft.com/office/powerpoint/2010/main" val="192002625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700" r:id="rId5"/>
    <p:sldLayoutId id="2147483681" r:id="rId6"/>
    <p:sldLayoutId id="2147483682" r:id="rId7"/>
    <p:sldLayoutId id="2147483683" r:id="rId8"/>
    <p:sldLayoutId id="2147483684" r:id="rId9"/>
    <p:sldLayoutId id="2147483685" r:id="rId10"/>
    <p:sldLayoutId id="2147483686" r:id="rId11"/>
    <p:sldLayoutId id="2147483693" r:id="rId12"/>
    <p:sldLayoutId id="2147483694" r:id="rId13"/>
    <p:sldLayoutId id="2147483695" r:id="rId14"/>
    <p:sldLayoutId id="2147483696" r:id="rId15"/>
    <p:sldLayoutId id="2147483688" r:id="rId16"/>
    <p:sldLayoutId id="2147483691" r:id="rId17"/>
    <p:sldLayoutId id="2147483692" r:id="rId18"/>
    <p:sldLayoutId id="2147483689" r:id="rId19"/>
    <p:sldLayoutId id="2147483690" r:id="rId20"/>
    <p:sldLayoutId id="2147483704" r:id="rId21"/>
    <p:sldLayoutId id="2147483705" r:id="rId22"/>
  </p:sldLayoutIdLst>
  <p:hf hdr="0"/>
  <p:txStyles>
    <p:titleStyle>
      <a:lvl1pPr algn="l" defTabSz="1523848" rtl="0" eaLnBrk="1" latinLnBrk="0" hangingPunct="1">
        <a:lnSpc>
          <a:spcPct val="90000"/>
        </a:lnSpc>
        <a:spcBef>
          <a:spcPct val="0"/>
        </a:spcBef>
        <a:buNone/>
        <a:defRPr sz="7333" kern="1200">
          <a:solidFill>
            <a:schemeClr val="tx1"/>
          </a:solidFill>
          <a:latin typeface="+mj-lt"/>
          <a:ea typeface="+mj-ea"/>
          <a:cs typeface="+mj-cs"/>
        </a:defRPr>
      </a:lvl1pPr>
    </p:titleStyle>
    <p:bodyStyle>
      <a:lvl1pPr marL="380962" indent="-380962" algn="l" defTabSz="1523848" rtl="0" eaLnBrk="1" latinLnBrk="0" hangingPunct="1">
        <a:lnSpc>
          <a:spcPct val="90000"/>
        </a:lnSpc>
        <a:spcBef>
          <a:spcPts val="1667"/>
        </a:spcBef>
        <a:buFont typeface="Arial" panose="020B0604020202020204" pitchFamily="34" charset="0"/>
        <a:buChar char="•"/>
        <a:defRPr sz="4666" kern="1200">
          <a:solidFill>
            <a:schemeClr val="tx1"/>
          </a:solidFill>
          <a:latin typeface="+mn-lt"/>
          <a:ea typeface="+mn-ea"/>
          <a:cs typeface="+mn-cs"/>
        </a:defRPr>
      </a:lvl1pPr>
      <a:lvl2pPr marL="1142886" indent="-380962" algn="l" defTabSz="1523848" rtl="0" eaLnBrk="1" latinLnBrk="0" hangingPunct="1">
        <a:lnSpc>
          <a:spcPct val="90000"/>
        </a:lnSpc>
        <a:spcBef>
          <a:spcPts val="833"/>
        </a:spcBef>
        <a:buFont typeface="Arial" panose="020B0604020202020204" pitchFamily="34" charset="0"/>
        <a:buChar char="•"/>
        <a:defRPr sz="4000" kern="1200">
          <a:solidFill>
            <a:schemeClr val="tx1"/>
          </a:solidFill>
          <a:latin typeface="+mn-lt"/>
          <a:ea typeface="+mn-ea"/>
          <a:cs typeface="+mn-cs"/>
        </a:defRPr>
      </a:lvl2pPr>
      <a:lvl3pPr marL="1904810" indent="-380962" algn="l" defTabSz="1523848" rtl="0" eaLnBrk="1" latinLnBrk="0" hangingPunct="1">
        <a:lnSpc>
          <a:spcPct val="90000"/>
        </a:lnSpc>
        <a:spcBef>
          <a:spcPts val="833"/>
        </a:spcBef>
        <a:buFont typeface="Arial" panose="020B0604020202020204" pitchFamily="34" charset="0"/>
        <a:buChar char="•"/>
        <a:defRPr sz="3333" kern="1200">
          <a:solidFill>
            <a:schemeClr val="tx1"/>
          </a:solidFill>
          <a:latin typeface="+mn-lt"/>
          <a:ea typeface="+mn-ea"/>
          <a:cs typeface="+mn-cs"/>
        </a:defRPr>
      </a:lvl3pPr>
      <a:lvl4pPr marL="2666733"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4pPr>
      <a:lvl5pPr marL="3428657"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5pPr>
      <a:lvl6pPr marL="4190581"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6pPr>
      <a:lvl7pPr marL="4952505"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7pPr>
      <a:lvl8pPr marL="5714429"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8pPr>
      <a:lvl9pPr marL="6476352"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9pPr>
    </p:bodyStyle>
    <p:otherStyle>
      <a:defPPr>
        <a:defRPr lang="en-US"/>
      </a:defPPr>
      <a:lvl1pPr marL="0" algn="l" defTabSz="1523848" rtl="0" eaLnBrk="1" latinLnBrk="0" hangingPunct="1">
        <a:defRPr sz="3000" kern="1200">
          <a:solidFill>
            <a:schemeClr val="tx1"/>
          </a:solidFill>
          <a:latin typeface="+mn-lt"/>
          <a:ea typeface="+mn-ea"/>
          <a:cs typeface="+mn-cs"/>
        </a:defRPr>
      </a:lvl1pPr>
      <a:lvl2pPr marL="761924" algn="l" defTabSz="1523848" rtl="0" eaLnBrk="1" latinLnBrk="0" hangingPunct="1">
        <a:defRPr sz="3000" kern="1200">
          <a:solidFill>
            <a:schemeClr val="tx1"/>
          </a:solidFill>
          <a:latin typeface="+mn-lt"/>
          <a:ea typeface="+mn-ea"/>
          <a:cs typeface="+mn-cs"/>
        </a:defRPr>
      </a:lvl2pPr>
      <a:lvl3pPr marL="1523848" algn="l" defTabSz="1523848" rtl="0" eaLnBrk="1" latinLnBrk="0" hangingPunct="1">
        <a:defRPr sz="3000" kern="1200">
          <a:solidFill>
            <a:schemeClr val="tx1"/>
          </a:solidFill>
          <a:latin typeface="+mn-lt"/>
          <a:ea typeface="+mn-ea"/>
          <a:cs typeface="+mn-cs"/>
        </a:defRPr>
      </a:lvl3pPr>
      <a:lvl4pPr marL="2285771" algn="l" defTabSz="1523848" rtl="0" eaLnBrk="1" latinLnBrk="0" hangingPunct="1">
        <a:defRPr sz="3000" kern="1200">
          <a:solidFill>
            <a:schemeClr val="tx1"/>
          </a:solidFill>
          <a:latin typeface="+mn-lt"/>
          <a:ea typeface="+mn-ea"/>
          <a:cs typeface="+mn-cs"/>
        </a:defRPr>
      </a:lvl4pPr>
      <a:lvl5pPr marL="3047695" algn="l" defTabSz="1523848" rtl="0" eaLnBrk="1" latinLnBrk="0" hangingPunct="1">
        <a:defRPr sz="3000" kern="1200">
          <a:solidFill>
            <a:schemeClr val="tx1"/>
          </a:solidFill>
          <a:latin typeface="+mn-lt"/>
          <a:ea typeface="+mn-ea"/>
          <a:cs typeface="+mn-cs"/>
        </a:defRPr>
      </a:lvl5pPr>
      <a:lvl6pPr marL="3809619" algn="l" defTabSz="1523848" rtl="0" eaLnBrk="1" latinLnBrk="0" hangingPunct="1">
        <a:defRPr sz="3000" kern="1200">
          <a:solidFill>
            <a:schemeClr val="tx1"/>
          </a:solidFill>
          <a:latin typeface="+mn-lt"/>
          <a:ea typeface="+mn-ea"/>
          <a:cs typeface="+mn-cs"/>
        </a:defRPr>
      </a:lvl6pPr>
      <a:lvl7pPr marL="4571543" algn="l" defTabSz="1523848" rtl="0" eaLnBrk="1" latinLnBrk="0" hangingPunct="1">
        <a:defRPr sz="3000" kern="1200">
          <a:solidFill>
            <a:schemeClr val="tx1"/>
          </a:solidFill>
          <a:latin typeface="+mn-lt"/>
          <a:ea typeface="+mn-ea"/>
          <a:cs typeface="+mn-cs"/>
        </a:defRPr>
      </a:lvl7pPr>
      <a:lvl8pPr marL="5333467" algn="l" defTabSz="1523848" rtl="0" eaLnBrk="1" latinLnBrk="0" hangingPunct="1">
        <a:defRPr sz="3000" kern="1200">
          <a:solidFill>
            <a:schemeClr val="tx1"/>
          </a:solidFill>
          <a:latin typeface="+mn-lt"/>
          <a:ea typeface="+mn-ea"/>
          <a:cs typeface="+mn-cs"/>
        </a:defRPr>
      </a:lvl8pPr>
      <a:lvl9pPr marL="6095390" algn="l" defTabSz="1523848" rtl="0" eaLnBrk="1" latinLnBrk="0" hangingPunct="1">
        <a:defRPr sz="3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523" userDrawn="1">
          <p15:clr>
            <a:srgbClr val="F26B43"/>
          </p15:clr>
        </p15:guide>
        <p15:guide id="2" pos="276" userDrawn="1">
          <p15:clr>
            <a:srgbClr val="F26B43"/>
          </p15:clr>
        </p15:guide>
        <p15:guide id="3" orient="horz" pos="266" userDrawn="1">
          <p15:clr>
            <a:srgbClr val="F26B43"/>
          </p15:clr>
        </p15:guide>
        <p15:guide id="4" orient="horz" pos="691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82124C9A-1A6B-0A47-A80A-9BE7F1D1BB27}"/>
              </a:ext>
              <a:ext uri="{C183D7F6-B498-43B3-948B-1728B52AA6E4}">
                <adec:decorative xmlns:adec="http://schemas.microsoft.com/office/drawing/2017/decorative" val="1"/>
              </a:ext>
            </a:extLst>
          </p:cNvPr>
          <p:cNvCxnSpPr>
            <a:cxnSpLocks/>
          </p:cNvCxnSpPr>
          <p:nvPr userDrawn="1"/>
        </p:nvCxnSpPr>
        <p:spPr>
          <a:xfrm>
            <a:off x="3645877" y="10339754"/>
            <a:ext cx="16672536"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7F28D3-D67E-618C-8F3A-A8EC1886AB77}"/>
              </a:ext>
              <a:ext uri="{C183D7F6-B498-43B3-948B-1728B52AA6E4}">
                <adec:decorative xmlns:adec="http://schemas.microsoft.com/office/drawing/2017/decorative" val="1"/>
              </a:ext>
            </a:extLst>
          </p:cNvPr>
          <p:cNvCxnSpPr>
            <a:cxnSpLocks/>
          </p:cNvCxnSpPr>
          <p:nvPr userDrawn="1"/>
        </p:nvCxnSpPr>
        <p:spPr>
          <a:xfrm>
            <a:off x="19141708" y="10621111"/>
            <a:ext cx="0" cy="35010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Footer Placeholder 10">
            <a:extLst>
              <a:ext uri="{FF2B5EF4-FFF2-40B4-BE49-F238E27FC236}">
                <a16:creationId xmlns:a16="http://schemas.microsoft.com/office/drawing/2014/main" id="{4B70D333-8933-5D45-A645-E2101C8D0414}"/>
              </a:ext>
            </a:extLst>
          </p:cNvPr>
          <p:cNvSpPr>
            <a:spLocks noGrp="1"/>
          </p:cNvSpPr>
          <p:nvPr>
            <p:ph type="ftr" sz="quarter" idx="3"/>
          </p:nvPr>
        </p:nvSpPr>
        <p:spPr>
          <a:xfrm>
            <a:off x="6731000" y="10620000"/>
            <a:ext cx="6856413" cy="377813"/>
          </a:xfrm>
          <a:prstGeom prst="rect">
            <a:avLst/>
          </a:prstGeom>
        </p:spPr>
        <p:txBody>
          <a:bodyPr vert="horz" lIns="91440" tIns="45720" rIns="91440" bIns="45720" rtlCol="0" anchor="ctr"/>
          <a:lstStyle>
            <a:lvl1pPr algn="ctr">
              <a:defRPr sz="1200">
                <a:solidFill>
                  <a:schemeClr val="bg1"/>
                </a:solidFill>
              </a:defRPr>
            </a:lvl1pPr>
          </a:lstStyle>
          <a:p>
            <a:endParaRPr lang="en-US"/>
          </a:p>
        </p:txBody>
      </p:sp>
      <p:sp>
        <p:nvSpPr>
          <p:cNvPr id="15" name="TextBox 14">
            <a:extLst>
              <a:ext uri="{FF2B5EF4-FFF2-40B4-BE49-F238E27FC236}">
                <a16:creationId xmlns:a16="http://schemas.microsoft.com/office/drawing/2014/main" id="{580B6E45-6B27-3FE5-2C5E-F383AA13173A}"/>
              </a:ext>
            </a:extLst>
          </p:cNvPr>
          <p:cNvSpPr txBox="1"/>
          <p:nvPr userDrawn="1"/>
        </p:nvSpPr>
        <p:spPr>
          <a:xfrm>
            <a:off x="14712457" y="10621110"/>
            <a:ext cx="1699850" cy="350102"/>
          </a:xfrm>
          <a:prstGeom prst="rect">
            <a:avLst/>
          </a:prstGeom>
          <a:noFill/>
        </p:spPr>
        <p:txBody>
          <a:bodyPr wrap="square" rtlCol="0" anchor="ctr" anchorCtr="0">
            <a:noAutofit/>
          </a:bodyPr>
          <a:lstStyle/>
          <a:p>
            <a:r>
              <a:rPr lang="en-US">
                <a:solidFill>
                  <a:schemeClr val="bg1"/>
                </a:solidFill>
              </a:rPr>
              <a:t>mcmaster.ca</a:t>
            </a:r>
          </a:p>
        </p:txBody>
      </p:sp>
      <p:sp>
        <p:nvSpPr>
          <p:cNvPr id="20" name="Date Placeholder 3">
            <a:extLst>
              <a:ext uri="{FF2B5EF4-FFF2-40B4-BE49-F238E27FC236}">
                <a16:creationId xmlns:a16="http://schemas.microsoft.com/office/drawing/2014/main" id="{0FFE53B8-8EDD-64F7-3BAB-DF15C46C59AA}"/>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bg1"/>
                </a:solidFill>
              </a:defRPr>
            </a:lvl1pPr>
          </a:lstStyle>
          <a:p>
            <a:fld id="{D2792E9C-7E5E-F14F-B049-5BFE22D713B7}" type="datetime4">
              <a:rPr lang="en-CA" smtClean="0"/>
              <a:pPr/>
              <a:t>April 12, 2026</a:t>
            </a:fld>
            <a:endParaRPr lang="en-US"/>
          </a:p>
        </p:txBody>
      </p:sp>
      <p:sp>
        <p:nvSpPr>
          <p:cNvPr id="12" name="Slide Number Placeholder 11">
            <a:extLst>
              <a:ext uri="{FF2B5EF4-FFF2-40B4-BE49-F238E27FC236}">
                <a16:creationId xmlns:a16="http://schemas.microsoft.com/office/drawing/2014/main" id="{1C1AF429-5834-A301-2B81-A35534AD385F}"/>
              </a:ext>
            </a:extLst>
          </p:cNvPr>
          <p:cNvSpPr>
            <a:spLocks noGrp="1"/>
          </p:cNvSpPr>
          <p:nvPr>
            <p:ph type="sldNum" sz="quarter" idx="4"/>
          </p:nvPr>
        </p:nvSpPr>
        <p:spPr>
          <a:xfrm>
            <a:off x="19274400" y="10620000"/>
            <a:ext cx="763538" cy="377816"/>
          </a:xfrm>
          <a:prstGeom prst="rect">
            <a:avLst/>
          </a:prstGeom>
        </p:spPr>
        <p:txBody>
          <a:bodyPr vert="horz" lIns="91440" tIns="45720" rIns="91440" bIns="45720" rtlCol="0" anchor="ctr"/>
          <a:lstStyle>
            <a:lvl1pPr algn="l">
              <a:defRPr sz="1800">
                <a:solidFill>
                  <a:schemeClr val="bg1"/>
                </a:solidFill>
              </a:defRPr>
            </a:lvl1pPr>
          </a:lstStyle>
          <a:p>
            <a:fld id="{991AB9B0-3E43-D847-B073-60FE8FAFFDB7}" type="slidenum">
              <a:rPr lang="en-US" smtClean="0"/>
              <a:pPr/>
              <a:t>‹#›</a:t>
            </a:fld>
            <a:endParaRPr lang="en-US"/>
          </a:p>
        </p:txBody>
      </p:sp>
      <p:pic>
        <p:nvPicPr>
          <p:cNvPr id="2" name="Picture 23" descr="McMaster Brighter World Logo">
            <a:extLst>
              <a:ext uri="{FF2B5EF4-FFF2-40B4-BE49-F238E27FC236}">
                <a16:creationId xmlns:a16="http://schemas.microsoft.com/office/drawing/2014/main" id="{94428B16-60A1-22C3-116E-B4640B101775}"/>
              </a:ext>
            </a:extLst>
          </p:cNvPr>
          <p:cNvPicPr>
            <a:picLocks noChangeAspect="1"/>
          </p:cNvPicPr>
          <p:nvPr userDrawn="1"/>
        </p:nvPicPr>
        <p:blipFill>
          <a:blip>
            <a:extLst>
              <a:ext uri="{96DAC541-7B7A-43D3-8B79-37D633B846F1}">
                <asvg:svgBlip xmlns:asvg="http://schemas.microsoft.com/office/drawing/2016/SVG/main" r:embed="rId23"/>
              </a:ext>
            </a:extLst>
          </a:blip>
          <a:srcRect/>
          <a:stretch/>
        </p:blipFill>
        <p:spPr>
          <a:xfrm>
            <a:off x="439230" y="10046677"/>
            <a:ext cx="2919093" cy="924535"/>
          </a:xfrm>
          <a:prstGeom prst="rect">
            <a:avLst/>
          </a:prstGeom>
        </p:spPr>
      </p:pic>
    </p:spTree>
    <p:extLst>
      <p:ext uri="{BB962C8B-B14F-4D97-AF65-F5344CB8AC3E}">
        <p14:creationId xmlns:p14="http://schemas.microsoft.com/office/powerpoint/2010/main" val="93728297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29" r:id="rId8"/>
    <p:sldLayoutId id="2147483730" r:id="rId9"/>
    <p:sldLayoutId id="2147483732" r:id="rId10"/>
    <p:sldLayoutId id="2147483724" r:id="rId11"/>
    <p:sldLayoutId id="2147483715" r:id="rId12"/>
    <p:sldLayoutId id="2147483716" r:id="rId13"/>
    <p:sldLayoutId id="2147483717" r:id="rId14"/>
    <p:sldLayoutId id="2147483739" r:id="rId15"/>
    <p:sldLayoutId id="2147483740" r:id="rId16"/>
    <p:sldLayoutId id="2147483714" r:id="rId17"/>
    <p:sldLayoutId id="2147483725" r:id="rId18"/>
    <p:sldLayoutId id="2147483726" r:id="rId19"/>
    <p:sldLayoutId id="2147483727" r:id="rId20"/>
    <p:sldLayoutId id="2147483728" r:id="rId21"/>
  </p:sldLayoutIdLst>
  <p:hf hdr="0"/>
  <p:txStyles>
    <p:titleStyle>
      <a:lvl1pPr algn="l" defTabSz="1523848" rtl="0" eaLnBrk="1" latinLnBrk="0" hangingPunct="1">
        <a:lnSpc>
          <a:spcPct val="90000"/>
        </a:lnSpc>
        <a:spcBef>
          <a:spcPct val="0"/>
        </a:spcBef>
        <a:buNone/>
        <a:defRPr sz="7333" kern="1200">
          <a:solidFill>
            <a:schemeClr val="tx1"/>
          </a:solidFill>
          <a:latin typeface="+mj-lt"/>
          <a:ea typeface="+mj-ea"/>
          <a:cs typeface="+mj-cs"/>
        </a:defRPr>
      </a:lvl1pPr>
    </p:titleStyle>
    <p:bodyStyle>
      <a:lvl1pPr marL="380962" indent="-380962" algn="l" defTabSz="1523848" rtl="0" eaLnBrk="1" latinLnBrk="0" hangingPunct="1">
        <a:lnSpc>
          <a:spcPct val="90000"/>
        </a:lnSpc>
        <a:spcBef>
          <a:spcPts val="1667"/>
        </a:spcBef>
        <a:buFont typeface="Arial" panose="020B0604020202020204" pitchFamily="34" charset="0"/>
        <a:buChar char="•"/>
        <a:defRPr sz="4666" kern="1200">
          <a:solidFill>
            <a:schemeClr val="tx1"/>
          </a:solidFill>
          <a:latin typeface="+mn-lt"/>
          <a:ea typeface="+mn-ea"/>
          <a:cs typeface="+mn-cs"/>
        </a:defRPr>
      </a:lvl1pPr>
      <a:lvl2pPr marL="1142886" indent="-380962" algn="l" defTabSz="1523848" rtl="0" eaLnBrk="1" latinLnBrk="0" hangingPunct="1">
        <a:lnSpc>
          <a:spcPct val="90000"/>
        </a:lnSpc>
        <a:spcBef>
          <a:spcPts val="833"/>
        </a:spcBef>
        <a:buFont typeface="Arial" panose="020B0604020202020204" pitchFamily="34" charset="0"/>
        <a:buChar char="•"/>
        <a:defRPr sz="4000" kern="1200">
          <a:solidFill>
            <a:schemeClr val="tx1"/>
          </a:solidFill>
          <a:latin typeface="+mn-lt"/>
          <a:ea typeface="+mn-ea"/>
          <a:cs typeface="+mn-cs"/>
        </a:defRPr>
      </a:lvl2pPr>
      <a:lvl3pPr marL="1904810" indent="-380962" algn="l" defTabSz="1523848" rtl="0" eaLnBrk="1" latinLnBrk="0" hangingPunct="1">
        <a:lnSpc>
          <a:spcPct val="90000"/>
        </a:lnSpc>
        <a:spcBef>
          <a:spcPts val="833"/>
        </a:spcBef>
        <a:buFont typeface="Arial" panose="020B0604020202020204" pitchFamily="34" charset="0"/>
        <a:buChar char="•"/>
        <a:defRPr sz="3333" kern="1200">
          <a:solidFill>
            <a:schemeClr val="tx1"/>
          </a:solidFill>
          <a:latin typeface="+mn-lt"/>
          <a:ea typeface="+mn-ea"/>
          <a:cs typeface="+mn-cs"/>
        </a:defRPr>
      </a:lvl3pPr>
      <a:lvl4pPr marL="2666733"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4pPr>
      <a:lvl5pPr marL="3428657"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5pPr>
      <a:lvl6pPr marL="4190581"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6pPr>
      <a:lvl7pPr marL="4952505"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7pPr>
      <a:lvl8pPr marL="5714429"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8pPr>
      <a:lvl9pPr marL="6476352"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9pPr>
    </p:bodyStyle>
    <p:otherStyle>
      <a:defPPr>
        <a:defRPr lang="en-US"/>
      </a:defPPr>
      <a:lvl1pPr marL="0" algn="l" defTabSz="1523848" rtl="0" eaLnBrk="1" latinLnBrk="0" hangingPunct="1">
        <a:defRPr sz="3000" kern="1200">
          <a:solidFill>
            <a:schemeClr val="tx1"/>
          </a:solidFill>
          <a:latin typeface="+mn-lt"/>
          <a:ea typeface="+mn-ea"/>
          <a:cs typeface="+mn-cs"/>
        </a:defRPr>
      </a:lvl1pPr>
      <a:lvl2pPr marL="761924" algn="l" defTabSz="1523848" rtl="0" eaLnBrk="1" latinLnBrk="0" hangingPunct="1">
        <a:defRPr sz="3000" kern="1200">
          <a:solidFill>
            <a:schemeClr val="tx1"/>
          </a:solidFill>
          <a:latin typeface="+mn-lt"/>
          <a:ea typeface="+mn-ea"/>
          <a:cs typeface="+mn-cs"/>
        </a:defRPr>
      </a:lvl2pPr>
      <a:lvl3pPr marL="1523848" algn="l" defTabSz="1523848" rtl="0" eaLnBrk="1" latinLnBrk="0" hangingPunct="1">
        <a:defRPr sz="3000" kern="1200">
          <a:solidFill>
            <a:schemeClr val="tx1"/>
          </a:solidFill>
          <a:latin typeface="+mn-lt"/>
          <a:ea typeface="+mn-ea"/>
          <a:cs typeface="+mn-cs"/>
        </a:defRPr>
      </a:lvl3pPr>
      <a:lvl4pPr marL="2285771" algn="l" defTabSz="1523848" rtl="0" eaLnBrk="1" latinLnBrk="0" hangingPunct="1">
        <a:defRPr sz="3000" kern="1200">
          <a:solidFill>
            <a:schemeClr val="tx1"/>
          </a:solidFill>
          <a:latin typeface="+mn-lt"/>
          <a:ea typeface="+mn-ea"/>
          <a:cs typeface="+mn-cs"/>
        </a:defRPr>
      </a:lvl4pPr>
      <a:lvl5pPr marL="3047695" algn="l" defTabSz="1523848" rtl="0" eaLnBrk="1" latinLnBrk="0" hangingPunct="1">
        <a:defRPr sz="3000" kern="1200">
          <a:solidFill>
            <a:schemeClr val="tx1"/>
          </a:solidFill>
          <a:latin typeface="+mn-lt"/>
          <a:ea typeface="+mn-ea"/>
          <a:cs typeface="+mn-cs"/>
        </a:defRPr>
      </a:lvl5pPr>
      <a:lvl6pPr marL="3809619" algn="l" defTabSz="1523848" rtl="0" eaLnBrk="1" latinLnBrk="0" hangingPunct="1">
        <a:defRPr sz="3000" kern="1200">
          <a:solidFill>
            <a:schemeClr val="tx1"/>
          </a:solidFill>
          <a:latin typeface="+mn-lt"/>
          <a:ea typeface="+mn-ea"/>
          <a:cs typeface="+mn-cs"/>
        </a:defRPr>
      </a:lvl6pPr>
      <a:lvl7pPr marL="4571543" algn="l" defTabSz="1523848" rtl="0" eaLnBrk="1" latinLnBrk="0" hangingPunct="1">
        <a:defRPr sz="3000" kern="1200">
          <a:solidFill>
            <a:schemeClr val="tx1"/>
          </a:solidFill>
          <a:latin typeface="+mn-lt"/>
          <a:ea typeface="+mn-ea"/>
          <a:cs typeface="+mn-cs"/>
        </a:defRPr>
      </a:lvl7pPr>
      <a:lvl8pPr marL="5333467" algn="l" defTabSz="1523848" rtl="0" eaLnBrk="1" latinLnBrk="0" hangingPunct="1">
        <a:defRPr sz="3000" kern="1200">
          <a:solidFill>
            <a:schemeClr val="tx1"/>
          </a:solidFill>
          <a:latin typeface="+mn-lt"/>
          <a:ea typeface="+mn-ea"/>
          <a:cs typeface="+mn-cs"/>
        </a:defRPr>
      </a:lvl8pPr>
      <a:lvl9pPr marL="6095390" algn="l" defTabSz="1523848" rtl="0" eaLnBrk="1" latinLnBrk="0" hangingPunct="1">
        <a:defRPr sz="30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911" userDrawn="1">
          <p15:clr>
            <a:srgbClr val="F26B43"/>
          </p15:clr>
        </p15:guide>
        <p15:guide id="2" pos="276" userDrawn="1">
          <p15:clr>
            <a:srgbClr val="F26B43"/>
          </p15:clr>
        </p15:guide>
        <p15:guide id="3" pos="12523" userDrawn="1">
          <p15:clr>
            <a:srgbClr val="F26B43"/>
          </p15:clr>
        </p15:guide>
        <p15:guide id="4" orient="horz" pos="26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8.xml"/><Relationship Id="rId5" Type="http://schemas.openxmlformats.org/officeDocument/2006/relationships/image" Target="../media/image18.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descr="A screenshot of a map&#10;&#10;AI-generated content may be incorrect.">
            <a:extLst>
              <a:ext uri="{FF2B5EF4-FFF2-40B4-BE49-F238E27FC236}">
                <a16:creationId xmlns:a16="http://schemas.microsoft.com/office/drawing/2014/main" id="{C6E8EE0D-63B7-D962-4924-322B70E0BD9D}"/>
              </a:ext>
            </a:extLst>
          </p:cNvPr>
          <p:cNvPicPr>
            <a:picLocks noGrp="1" noChangeAspect="1"/>
          </p:cNvPicPr>
          <p:nvPr>
            <p:ph type="pic" sz="quarter" idx="16"/>
          </p:nvPr>
        </p:nvPicPr>
        <p:blipFill>
          <a:blip r:embed="rId3">
            <a:alphaModFix amt="70000"/>
            <a:extLst>
              <a:ext uri="{BEBA8EAE-BF5A-486C-A8C5-ECC9F3942E4B}">
                <a14:imgProps xmlns:a14="http://schemas.microsoft.com/office/drawing/2010/main">
                  <a14:imgLayer r:embed="rId4">
                    <a14:imgEffect>
                      <a14:brightnessContrast bright="3000"/>
                    </a14:imgEffect>
                  </a14:imgLayer>
                </a14:imgProps>
              </a:ext>
            </a:extLst>
          </a:blip>
          <a:srcRect t="21997" b="21997"/>
          <a:stretch/>
        </p:blipFill>
        <p:spPr>
          <a:prstGeom prst="rect">
            <a:avLst/>
          </a:prstGeom>
        </p:spPr>
      </p:pic>
      <p:sp>
        <p:nvSpPr>
          <p:cNvPr id="2" name="BW-CircleShape">
            <a:extLst>
              <a:ext uri="{FF2B5EF4-FFF2-40B4-BE49-F238E27FC236}">
                <a16:creationId xmlns:a16="http://schemas.microsoft.com/office/drawing/2014/main" id="{3EBA8DDC-5AF4-ADB7-7C11-F9B10BF9B94C}"/>
              </a:ext>
              <a:ext uri="{C183D7F6-B498-43B3-948B-1728B52AA6E4}">
                <adec:decorative xmlns:adec="http://schemas.microsoft.com/office/drawing/2017/decorative" val="1"/>
              </a:ext>
            </a:extLst>
          </p:cNvPr>
          <p:cNvSpPr/>
          <p:nvPr/>
        </p:nvSpPr>
        <p:spPr>
          <a:xfrm>
            <a:off x="3823095" y="-673"/>
            <a:ext cx="4387409" cy="9352636"/>
          </a:xfrm>
          <a:custGeom>
            <a:avLst/>
            <a:gdLst>
              <a:gd name="connsiteX0" fmla="*/ 157711 w 4387409"/>
              <a:gd name="connsiteY0" fmla="*/ 0 h 9352636"/>
              <a:gd name="connsiteX1" fmla="*/ 2359448 w 4387409"/>
              <a:gd name="connsiteY1" fmla="*/ 0 h 9352636"/>
              <a:gd name="connsiteX2" fmla="*/ 2533410 w 4387409"/>
              <a:gd name="connsiteY2" fmla="*/ 165857 h 9352636"/>
              <a:gd name="connsiteX3" fmla="*/ 4387409 w 4387409"/>
              <a:gd name="connsiteY3" fmla="*/ 4641872 h 9352636"/>
              <a:gd name="connsiteX4" fmla="*/ 2313573 w 4387409"/>
              <a:gd name="connsiteY4" fmla="*/ 9327481 h 9352636"/>
              <a:gd name="connsiteX5" fmla="*/ 2284534 w 4387409"/>
              <a:gd name="connsiteY5" fmla="*/ 9352636 h 9352636"/>
              <a:gd name="connsiteX6" fmla="*/ 0 w 4387409"/>
              <a:gd name="connsiteY6" fmla="*/ 9352636 h 9352636"/>
              <a:gd name="connsiteX7" fmla="*/ 40141 w 4387409"/>
              <a:gd name="connsiteY7" fmla="*/ 9336829 h 9352636"/>
              <a:gd name="connsiteX8" fmla="*/ 1660007 w 4387409"/>
              <a:gd name="connsiteY8" fmla="*/ 8244485 h 9352636"/>
              <a:gd name="connsiteX9" fmla="*/ 2752351 w 4387409"/>
              <a:gd name="connsiteY9" fmla="*/ 6624619 h 9352636"/>
              <a:gd name="connsiteX10" fmla="*/ 3152284 w 4387409"/>
              <a:gd name="connsiteY10" fmla="*/ 4641872 h 9352636"/>
              <a:gd name="connsiteX11" fmla="*/ 2752351 w 4387409"/>
              <a:gd name="connsiteY11" fmla="*/ 2659127 h 9352636"/>
              <a:gd name="connsiteX12" fmla="*/ 1660007 w 4387409"/>
              <a:gd name="connsiteY12" fmla="*/ 1039259 h 9352636"/>
              <a:gd name="connsiteX13" fmla="*/ 264687 w 4387409"/>
              <a:gd name="connsiteY13" fmla="*/ 48301 h 9352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87409" h="9352636">
                <a:moveTo>
                  <a:pt x="157711" y="0"/>
                </a:moveTo>
                <a:lnTo>
                  <a:pt x="2359448" y="0"/>
                </a:lnTo>
                <a:lnTo>
                  <a:pt x="2533410" y="165857"/>
                </a:lnTo>
                <a:cubicBezTo>
                  <a:pt x="3678911" y="1311358"/>
                  <a:pt x="4387409" y="2893862"/>
                  <a:pt x="4387409" y="4641872"/>
                </a:cubicBezTo>
                <a:cubicBezTo>
                  <a:pt x="4387409" y="6499133"/>
                  <a:pt x="3587581" y="8169553"/>
                  <a:pt x="2313573" y="9327481"/>
                </a:cubicBezTo>
                <a:lnTo>
                  <a:pt x="2284534" y="9352636"/>
                </a:lnTo>
                <a:lnTo>
                  <a:pt x="0" y="9352636"/>
                </a:lnTo>
                <a:lnTo>
                  <a:pt x="40141" y="9336829"/>
                </a:lnTo>
                <a:cubicBezTo>
                  <a:pt x="646711" y="9080294"/>
                  <a:pt x="1191647" y="8712844"/>
                  <a:pt x="1660007" y="8244485"/>
                </a:cubicBezTo>
                <a:cubicBezTo>
                  <a:pt x="2128243" y="7776125"/>
                  <a:pt x="2495816" y="7231189"/>
                  <a:pt x="2752351" y="6624619"/>
                </a:cubicBezTo>
                <a:cubicBezTo>
                  <a:pt x="3017779" y="5997299"/>
                  <a:pt x="3152284" y="5330207"/>
                  <a:pt x="3152284" y="4641872"/>
                </a:cubicBezTo>
                <a:cubicBezTo>
                  <a:pt x="3152284" y="3953537"/>
                  <a:pt x="3017655" y="3286447"/>
                  <a:pt x="2752351" y="2659127"/>
                </a:cubicBezTo>
                <a:cubicBezTo>
                  <a:pt x="2495816" y="2052557"/>
                  <a:pt x="2128366" y="1507619"/>
                  <a:pt x="1660007" y="1039259"/>
                </a:cubicBezTo>
                <a:cubicBezTo>
                  <a:pt x="1250192" y="629554"/>
                  <a:pt x="781749" y="296916"/>
                  <a:pt x="264687" y="48301"/>
                </a:cubicBezTo>
                <a:close/>
              </a:path>
            </a:pathLst>
          </a:custGeom>
          <a:solidFill>
            <a:schemeClr val="accent1">
              <a:alpha val="35000"/>
            </a:schemeClr>
          </a:solidFill>
          <a:ln w="0" cap="flat">
            <a:noFill/>
            <a:prstDash val="solid"/>
            <a:miter/>
          </a:ln>
        </p:spPr>
        <p:txBody>
          <a:bodyPr wrap="square" rtlCol="0" anchor="ctr">
            <a:noAutofit/>
          </a:bodyPr>
          <a:lstStyle/>
          <a:p>
            <a:endParaRPr lang="en-US"/>
          </a:p>
        </p:txBody>
      </p:sp>
      <p:sp>
        <p:nvSpPr>
          <p:cNvPr id="11" name="Title 2">
            <a:extLst>
              <a:ext uri="{FF2B5EF4-FFF2-40B4-BE49-F238E27FC236}">
                <a16:creationId xmlns:a16="http://schemas.microsoft.com/office/drawing/2014/main" id="{A26E81DF-0AB6-BFD1-38AA-B9C49E931C75}"/>
              </a:ext>
            </a:extLst>
          </p:cNvPr>
          <p:cNvSpPr>
            <a:spLocks noGrp="1"/>
          </p:cNvSpPr>
          <p:nvPr>
            <p:ph type="ctrTitle"/>
          </p:nvPr>
        </p:nvSpPr>
        <p:spPr>
          <a:xfrm>
            <a:off x="1067726" y="1778077"/>
            <a:ext cx="5486400" cy="3936225"/>
          </a:xfrm>
        </p:spPr>
        <p:txBody>
          <a:bodyPr lIns="91440" tIns="45720" rIns="91440" bIns="45720" anchor="b">
            <a:noAutofit/>
          </a:bodyPr>
          <a:lstStyle/>
          <a:p>
            <a:r>
              <a:rPr lang="en-US">
                <a:cs typeface="Poppins"/>
              </a:rPr>
              <a:t>SCEMAS Platform</a:t>
            </a:r>
            <a:endParaRPr lang="en-US"/>
          </a:p>
        </p:txBody>
      </p:sp>
      <p:sp>
        <p:nvSpPr>
          <p:cNvPr id="12" name="Subtitle 3">
            <a:extLst>
              <a:ext uri="{FF2B5EF4-FFF2-40B4-BE49-F238E27FC236}">
                <a16:creationId xmlns:a16="http://schemas.microsoft.com/office/drawing/2014/main" id="{25A902A4-DE74-B1B4-06FE-4DFB8CF10B68}"/>
              </a:ext>
            </a:extLst>
          </p:cNvPr>
          <p:cNvSpPr>
            <a:spLocks noGrp="1"/>
          </p:cNvSpPr>
          <p:nvPr>
            <p:ph type="subTitle" idx="1"/>
          </p:nvPr>
        </p:nvSpPr>
        <p:spPr>
          <a:xfrm>
            <a:off x="1041291" y="5603958"/>
            <a:ext cx="4839964" cy="1389929"/>
          </a:xfrm>
        </p:spPr>
        <p:txBody>
          <a:bodyPr lIns="91440" tIns="45720" rIns="91440" bIns="45720" anchor="t"/>
          <a:lstStyle/>
          <a:p>
            <a:r>
              <a:rPr lang="en-US" b="1">
                <a:cs typeface="Arial"/>
              </a:rPr>
              <a:t>Tutorial 2 Group 5</a:t>
            </a:r>
          </a:p>
        </p:txBody>
      </p:sp>
      <p:sp>
        <p:nvSpPr>
          <p:cNvPr id="5" name="Text Placeholder 4">
            <a:extLst>
              <a:ext uri="{FF2B5EF4-FFF2-40B4-BE49-F238E27FC236}">
                <a16:creationId xmlns:a16="http://schemas.microsoft.com/office/drawing/2014/main" id="{F90375CC-6614-C60C-7C88-A24098158A68}"/>
              </a:ext>
            </a:extLst>
          </p:cNvPr>
          <p:cNvSpPr>
            <a:spLocks noGrp="1"/>
          </p:cNvSpPr>
          <p:nvPr>
            <p:ph type="body" sz="quarter" idx="17"/>
          </p:nvPr>
        </p:nvSpPr>
        <p:spPr/>
        <p:txBody>
          <a:bodyPr lIns="91440" tIns="45720" rIns="91440" bIns="45720" anchor="t"/>
          <a:lstStyle/>
          <a:p>
            <a:pPr marL="0" indent="0">
              <a:buNone/>
            </a:pPr>
            <a:r>
              <a:rPr lang="en-US">
                <a:cs typeface="Arial"/>
              </a:rPr>
              <a:t>Aaron, Arsia, Han, Mithu, Tridib</a:t>
            </a:r>
          </a:p>
        </p:txBody>
      </p:sp>
      <p:sp>
        <p:nvSpPr>
          <p:cNvPr id="6" name="Text Placeholder 5">
            <a:extLst>
              <a:ext uri="{FF2B5EF4-FFF2-40B4-BE49-F238E27FC236}">
                <a16:creationId xmlns:a16="http://schemas.microsoft.com/office/drawing/2014/main" id="{1F10A166-8872-0E5F-817A-48CDF13C15F3}"/>
              </a:ext>
            </a:extLst>
          </p:cNvPr>
          <p:cNvSpPr>
            <a:spLocks noGrp="1"/>
          </p:cNvSpPr>
          <p:nvPr>
            <p:ph type="body" sz="quarter" idx="18"/>
          </p:nvPr>
        </p:nvSpPr>
        <p:spPr/>
        <p:txBody>
          <a:bodyPr lIns="91440" tIns="45720" rIns="91440" bIns="45720" anchor="t"/>
          <a:lstStyle/>
          <a:p>
            <a:pPr marL="0" indent="0">
              <a:buNone/>
            </a:pPr>
            <a:r>
              <a:rPr lang="en-US">
                <a:cs typeface="Arial"/>
              </a:rPr>
              <a:t>April 7</a:t>
            </a:r>
            <a:r>
              <a:rPr lang="en-US" baseline="30000">
                <a:cs typeface="Arial"/>
              </a:rPr>
              <a:t>th</a:t>
            </a:r>
            <a:r>
              <a:rPr lang="en-US">
                <a:cs typeface="Arial"/>
              </a:rPr>
              <a:t>, 2026</a:t>
            </a:r>
          </a:p>
        </p:txBody>
      </p:sp>
    </p:spTree>
    <p:extLst>
      <p:ext uri="{BB962C8B-B14F-4D97-AF65-F5344CB8AC3E}">
        <p14:creationId xmlns:p14="http://schemas.microsoft.com/office/powerpoint/2010/main" val="35238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40DAD-8822-5FDA-5CE9-105ADB70C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10609-9F89-F947-FBA0-3986F703EB66}"/>
              </a:ext>
            </a:extLst>
          </p:cNvPr>
          <p:cNvSpPr>
            <a:spLocks noGrp="1"/>
          </p:cNvSpPr>
          <p:nvPr>
            <p:ph type="ctrTitle"/>
          </p:nvPr>
        </p:nvSpPr>
        <p:spPr>
          <a:xfrm>
            <a:off x="439200" y="457200"/>
            <a:ext cx="13563671" cy="810000"/>
          </a:xfrm>
        </p:spPr>
        <p:txBody>
          <a:bodyPr lIns="91440" tIns="45720" rIns="91440" bIns="45720" anchor="t">
            <a:noAutofit/>
          </a:bodyPr>
          <a:lstStyle/>
          <a:p>
            <a:r>
              <a:rPr lang="en-US">
                <a:cs typeface="Poppins"/>
              </a:rPr>
              <a:t>Key Problems our Platform Addresses</a:t>
            </a:r>
            <a:endParaRPr lang="en-US"/>
          </a:p>
        </p:txBody>
      </p:sp>
      <p:sp>
        <p:nvSpPr>
          <p:cNvPr id="3" name="Subtitle 2">
            <a:extLst>
              <a:ext uri="{FF2B5EF4-FFF2-40B4-BE49-F238E27FC236}">
                <a16:creationId xmlns:a16="http://schemas.microsoft.com/office/drawing/2014/main" id="{8F858D7A-5E22-070E-C40B-2F8F527F43EE}"/>
              </a:ext>
            </a:extLst>
          </p:cNvPr>
          <p:cNvSpPr>
            <a:spLocks noGrp="1"/>
          </p:cNvSpPr>
          <p:nvPr>
            <p:ph type="subTitle" idx="1"/>
          </p:nvPr>
        </p:nvSpPr>
        <p:spPr>
          <a:xfrm>
            <a:off x="438150" y="1267200"/>
            <a:ext cx="9719213" cy="573884"/>
          </a:xfrm>
        </p:spPr>
        <p:txBody>
          <a:bodyPr lIns="91440" tIns="45720" rIns="91440" bIns="45720" anchor="t"/>
          <a:lstStyle/>
          <a:p>
            <a:endParaRPr lang="en-US"/>
          </a:p>
        </p:txBody>
      </p:sp>
      <p:sp>
        <p:nvSpPr>
          <p:cNvPr id="6" name="Footer Placeholder 5">
            <a:extLst>
              <a:ext uri="{FF2B5EF4-FFF2-40B4-BE49-F238E27FC236}">
                <a16:creationId xmlns:a16="http://schemas.microsoft.com/office/drawing/2014/main" id="{6F4E7E21-C870-C0AB-FE0A-FA0F982ECDE3}"/>
              </a:ext>
            </a:extLst>
          </p:cNvPr>
          <p:cNvSpPr>
            <a:spLocks noGrp="1"/>
          </p:cNvSpPr>
          <p:nvPr>
            <p:ph type="ftr" sz="quarter" idx="17"/>
          </p:nvPr>
        </p:nvSpPr>
        <p:spPr>
          <a:xfrm>
            <a:off x="6731000" y="10620000"/>
            <a:ext cx="6856413" cy="377813"/>
          </a:xfrm>
        </p:spPr>
        <p:txBody>
          <a:bodyPr/>
          <a:lstStyle/>
          <a:p>
            <a:endParaRPr lang="en-US"/>
          </a:p>
        </p:txBody>
      </p:sp>
      <p:sp>
        <p:nvSpPr>
          <p:cNvPr id="7" name="Date Placeholder 6">
            <a:extLst>
              <a:ext uri="{FF2B5EF4-FFF2-40B4-BE49-F238E27FC236}">
                <a16:creationId xmlns:a16="http://schemas.microsoft.com/office/drawing/2014/main" id="{38DDBAB7-4575-EEF2-B8AD-E4FB9BDD0367}"/>
              </a:ext>
            </a:extLst>
          </p:cNvPr>
          <p:cNvSpPr>
            <a:spLocks noGrp="1"/>
          </p:cNvSpPr>
          <p:nvPr>
            <p:ph type="dt" sz="half" idx="16"/>
          </p:nvPr>
        </p:nvSpPr>
        <p:spPr>
          <a:xfrm>
            <a:off x="16412307" y="10621112"/>
            <a:ext cx="2572579" cy="350101"/>
          </a:xfrm>
        </p:spPr>
        <p:txBody>
          <a:bodyPr/>
          <a:lstStyle/>
          <a:p>
            <a:fld id="{D2792E9C-7E5E-F14F-B049-5BFE22D713B7}" type="datetime4">
              <a:rPr lang="en-CA" smtClean="0"/>
              <a:pPr/>
              <a:t>April 12, 2026</a:t>
            </a:fld>
            <a:endParaRPr lang="en-US"/>
          </a:p>
        </p:txBody>
      </p:sp>
      <p:sp>
        <p:nvSpPr>
          <p:cNvPr id="8" name="Slide Number Placeholder 7">
            <a:extLst>
              <a:ext uri="{FF2B5EF4-FFF2-40B4-BE49-F238E27FC236}">
                <a16:creationId xmlns:a16="http://schemas.microsoft.com/office/drawing/2014/main" id="{C7170E29-92CD-890B-1D35-4FDCDF002BFF}"/>
              </a:ext>
            </a:extLst>
          </p:cNvPr>
          <p:cNvSpPr>
            <a:spLocks noGrp="1"/>
          </p:cNvSpPr>
          <p:nvPr>
            <p:ph type="sldNum" sz="quarter" idx="18"/>
          </p:nvPr>
        </p:nvSpPr>
        <p:spPr>
          <a:xfrm>
            <a:off x="19274400" y="10620000"/>
            <a:ext cx="763538" cy="377816"/>
          </a:xfrm>
        </p:spPr>
        <p:txBody>
          <a:bodyPr/>
          <a:lstStyle/>
          <a:p>
            <a:fld id="{991AB9B0-3E43-D847-B073-60FE8FAFFDB7}" type="slidenum">
              <a:rPr lang="en-US" smtClean="0"/>
              <a:pPr/>
              <a:t>2</a:t>
            </a:fld>
            <a:endParaRPr lang="en-US"/>
          </a:p>
        </p:txBody>
      </p:sp>
      <p:graphicFrame>
        <p:nvGraphicFramePr>
          <p:cNvPr id="13" name="Table 12">
            <a:extLst>
              <a:ext uri="{FF2B5EF4-FFF2-40B4-BE49-F238E27FC236}">
                <a16:creationId xmlns:a16="http://schemas.microsoft.com/office/drawing/2014/main" id="{FFAEE14B-5DB3-0BDF-701C-231460F42C37}"/>
              </a:ext>
            </a:extLst>
          </p:cNvPr>
          <p:cNvGraphicFramePr>
            <a:graphicFrameLocks noGrp="1"/>
          </p:cNvGraphicFramePr>
          <p:nvPr>
            <p:extLst>
              <p:ext uri="{D42A27DB-BD31-4B8C-83A1-F6EECF244321}">
                <p14:modId xmlns:p14="http://schemas.microsoft.com/office/powerpoint/2010/main" val="2156152121"/>
              </p:ext>
            </p:extLst>
          </p:nvPr>
        </p:nvGraphicFramePr>
        <p:xfrm>
          <a:off x="2796456" y="2860974"/>
          <a:ext cx="14699513" cy="6096556"/>
        </p:xfrm>
        <a:graphic>
          <a:graphicData uri="http://schemas.openxmlformats.org/drawingml/2006/table">
            <a:tbl>
              <a:tblPr firstRow="1" bandRow="1">
                <a:tableStyleId>{5C22544A-7EE6-4342-B048-85BDC9FD1C3A}</a:tableStyleId>
              </a:tblPr>
              <a:tblGrid>
                <a:gridCol w="6791576">
                  <a:extLst>
                    <a:ext uri="{9D8B030D-6E8A-4147-A177-3AD203B41FA5}">
                      <a16:colId xmlns:a16="http://schemas.microsoft.com/office/drawing/2014/main" val="3686714332"/>
                    </a:ext>
                  </a:extLst>
                </a:gridCol>
                <a:gridCol w="7907937">
                  <a:extLst>
                    <a:ext uri="{9D8B030D-6E8A-4147-A177-3AD203B41FA5}">
                      <a16:colId xmlns:a16="http://schemas.microsoft.com/office/drawing/2014/main" val="1264204757"/>
                    </a:ext>
                  </a:extLst>
                </a:gridCol>
              </a:tblGrid>
              <a:tr h="1306405">
                <a:tc>
                  <a:txBody>
                    <a:bodyPr/>
                    <a:lstStyle/>
                    <a:p>
                      <a:pPr algn="ctr"/>
                      <a:r>
                        <a:rPr lang="en-US" sz="4000" b="1"/>
                        <a:t>Problem</a:t>
                      </a:r>
                    </a:p>
                  </a:txBody>
                  <a:tcPr/>
                </a:tc>
                <a:tc>
                  <a:txBody>
                    <a:bodyPr/>
                    <a:lstStyle/>
                    <a:p>
                      <a:pPr marL="0" marR="0" lvl="0" indent="0" algn="ctr" defTabSz="1523848" rtl="0" eaLnBrk="1" fontAlgn="auto" latinLnBrk="0" hangingPunct="1">
                        <a:lnSpc>
                          <a:spcPct val="100000"/>
                        </a:lnSpc>
                        <a:spcBef>
                          <a:spcPts val="0"/>
                        </a:spcBef>
                        <a:spcAft>
                          <a:spcPts val="0"/>
                        </a:spcAft>
                        <a:buClrTx/>
                        <a:buSzTx/>
                        <a:buFontTx/>
                        <a:buNone/>
                        <a:tabLst/>
                        <a:defRPr/>
                      </a:pPr>
                      <a:r>
                        <a:rPr lang="en-US" sz="4000" b="1"/>
                        <a:t>Consequence</a:t>
                      </a:r>
                    </a:p>
                  </a:txBody>
                  <a:tcPr/>
                </a:tc>
                <a:extLst>
                  <a:ext uri="{0D108BD9-81ED-4DB2-BD59-A6C34878D82A}">
                    <a16:rowId xmlns:a16="http://schemas.microsoft.com/office/drawing/2014/main" val="2986910623"/>
                  </a:ext>
                </a:extLst>
              </a:tr>
              <a:tr h="1828967">
                <a:tc>
                  <a:txBody>
                    <a:bodyPr/>
                    <a:lstStyle/>
                    <a:p>
                      <a:pPr algn="ctr"/>
                      <a:r>
                        <a:rPr lang="en-US" sz="3500"/>
                        <a:t>Disconnected, manual monitoring</a:t>
                      </a:r>
                    </a:p>
                  </a:txBody>
                  <a:tcPr/>
                </a:tc>
                <a:tc>
                  <a:txBody>
                    <a:bodyPr/>
                    <a:lstStyle/>
                    <a:p>
                      <a:pPr algn="ctr"/>
                      <a:r>
                        <a:rPr lang="en-US" sz="3500"/>
                        <a:t>Delayed response to environmental hazards</a:t>
                      </a:r>
                    </a:p>
                  </a:txBody>
                  <a:tcPr/>
                </a:tc>
                <a:extLst>
                  <a:ext uri="{0D108BD9-81ED-4DB2-BD59-A6C34878D82A}">
                    <a16:rowId xmlns:a16="http://schemas.microsoft.com/office/drawing/2014/main" val="426905588"/>
                  </a:ext>
                </a:extLst>
              </a:tr>
              <a:tr h="1306405">
                <a:tc>
                  <a:txBody>
                    <a:bodyPr/>
                    <a:lstStyle/>
                    <a:p>
                      <a:pPr algn="ctr"/>
                      <a:r>
                        <a:rPr lang="en-US" sz="3500"/>
                        <a:t>No real-time threshold detection</a:t>
                      </a:r>
                    </a:p>
                  </a:txBody>
                  <a:tcPr/>
                </a:tc>
                <a:tc>
                  <a:txBody>
                    <a:bodyPr/>
                    <a:lstStyle/>
                    <a:p>
                      <a:pPr algn="ctr"/>
                      <a:r>
                        <a:rPr lang="en-US" sz="3500"/>
                        <a:t>Operators inspect raw data manually</a:t>
                      </a:r>
                    </a:p>
                  </a:txBody>
                  <a:tcPr/>
                </a:tc>
                <a:extLst>
                  <a:ext uri="{0D108BD9-81ED-4DB2-BD59-A6C34878D82A}">
                    <a16:rowId xmlns:a16="http://schemas.microsoft.com/office/drawing/2014/main" val="3051967221"/>
                  </a:ext>
                </a:extLst>
              </a:tr>
              <a:tr h="1654779">
                <a:tc>
                  <a:txBody>
                    <a:bodyPr/>
                    <a:lstStyle/>
                    <a:p>
                      <a:pPr algn="ctr"/>
                      <a:r>
                        <a:rPr lang="en-US" sz="3500"/>
                        <a:t>No public data access</a:t>
                      </a:r>
                    </a:p>
                  </a:txBody>
                  <a:tcPr/>
                </a:tc>
                <a:tc>
                  <a:txBody>
                    <a:bodyPr/>
                    <a:lstStyle/>
                    <a:p>
                      <a:pPr algn="ctr"/>
                      <a:r>
                        <a:rPr lang="en-US" sz="3500"/>
                        <a:t>Citizens unaware of hazards</a:t>
                      </a:r>
                    </a:p>
                  </a:txBody>
                  <a:tcPr/>
                </a:tc>
                <a:extLst>
                  <a:ext uri="{0D108BD9-81ED-4DB2-BD59-A6C34878D82A}">
                    <a16:rowId xmlns:a16="http://schemas.microsoft.com/office/drawing/2014/main" val="3960085949"/>
                  </a:ext>
                </a:extLst>
              </a:tr>
            </a:tbl>
          </a:graphicData>
        </a:graphic>
      </p:graphicFrame>
    </p:spTree>
    <p:extLst>
      <p:ext uri="{BB962C8B-B14F-4D97-AF65-F5344CB8AC3E}">
        <p14:creationId xmlns:p14="http://schemas.microsoft.com/office/powerpoint/2010/main" val="3656930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CD06D-4BD3-EF4A-BC16-E272CEF9B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5E1989-03BA-BA70-DC72-B49F1659CD37}"/>
              </a:ext>
            </a:extLst>
          </p:cNvPr>
          <p:cNvSpPr>
            <a:spLocks noGrp="1"/>
          </p:cNvSpPr>
          <p:nvPr>
            <p:ph type="ctrTitle"/>
          </p:nvPr>
        </p:nvSpPr>
        <p:spPr>
          <a:xfrm>
            <a:off x="874924" y="3357959"/>
            <a:ext cx="3639227" cy="979464"/>
          </a:xfrm>
        </p:spPr>
        <p:txBody>
          <a:bodyPr lIns="91440" tIns="45720" rIns="91440" bIns="45720" anchor="b">
            <a:normAutofit/>
          </a:bodyPr>
          <a:lstStyle/>
          <a:p>
            <a:r>
              <a:rPr lang="en-US">
                <a:cs typeface="Poppins"/>
              </a:rPr>
              <a:t>Viewpoints</a:t>
            </a:r>
            <a:endParaRPr lang="en-US"/>
          </a:p>
        </p:txBody>
      </p:sp>
      <p:sp>
        <p:nvSpPr>
          <p:cNvPr id="9" name="Oval 8">
            <a:extLst>
              <a:ext uri="{FF2B5EF4-FFF2-40B4-BE49-F238E27FC236}">
                <a16:creationId xmlns:a16="http://schemas.microsoft.com/office/drawing/2014/main" id="{5E324D89-E419-6DDE-F765-F7F45EA6CA7B}"/>
              </a:ext>
            </a:extLst>
          </p:cNvPr>
          <p:cNvSpPr/>
          <p:nvPr userDrawn="1"/>
        </p:nvSpPr>
        <p:spPr>
          <a:xfrm>
            <a:off x="4696192" y="534794"/>
            <a:ext cx="2351376" cy="196766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accent1"/>
                </a:solidFill>
              </a:rPr>
              <a:t>City Operator</a:t>
            </a:r>
            <a:endParaRPr lang="en-US" sz="2400" b="1">
              <a:solidFill>
                <a:schemeClr val="accent1"/>
              </a:solidFill>
              <a:cs typeface="Arial"/>
            </a:endParaRPr>
          </a:p>
        </p:txBody>
      </p:sp>
      <p:sp>
        <p:nvSpPr>
          <p:cNvPr id="4" name="Footer Placeholder 3">
            <a:extLst>
              <a:ext uri="{FF2B5EF4-FFF2-40B4-BE49-F238E27FC236}">
                <a16:creationId xmlns:a16="http://schemas.microsoft.com/office/drawing/2014/main" id="{BACB0AD4-42D1-BAA8-ACBA-DDB1737B3804}"/>
              </a:ext>
            </a:extLst>
          </p:cNvPr>
          <p:cNvSpPr>
            <a:spLocks noGrp="1"/>
          </p:cNvSpPr>
          <p:nvPr>
            <p:ph type="ftr" sz="quarter" idx="11"/>
          </p:nvPr>
        </p:nvSpPr>
        <p:spPr>
          <a:xfrm>
            <a:off x="6731000" y="10620000"/>
            <a:ext cx="6856413" cy="377813"/>
          </a:xfrm>
        </p:spPr>
        <p:txBody>
          <a:bodyPr/>
          <a:lstStyle/>
          <a:p>
            <a:endParaRPr lang="en-US"/>
          </a:p>
        </p:txBody>
      </p:sp>
      <p:sp>
        <p:nvSpPr>
          <p:cNvPr id="5" name="Date Placeholder 4">
            <a:extLst>
              <a:ext uri="{FF2B5EF4-FFF2-40B4-BE49-F238E27FC236}">
                <a16:creationId xmlns:a16="http://schemas.microsoft.com/office/drawing/2014/main" id="{833306EA-E08C-D96F-E18E-D3DE23264AB3}"/>
              </a:ext>
            </a:extLst>
          </p:cNvPr>
          <p:cNvSpPr>
            <a:spLocks noGrp="1"/>
          </p:cNvSpPr>
          <p:nvPr>
            <p:ph type="dt" sz="half" idx="2"/>
          </p:nvPr>
        </p:nvSpPr>
        <p:spPr>
          <a:xfrm>
            <a:off x="16412307" y="10621112"/>
            <a:ext cx="2572579" cy="350101"/>
          </a:xfrm>
        </p:spPr>
        <p:txBody>
          <a:bodyPr/>
          <a:lstStyle/>
          <a:p>
            <a:fld id="{D2792E9C-7E5E-F14F-B049-5BFE22D713B7}" type="datetime4">
              <a:rPr lang="en-CA" smtClean="0"/>
              <a:pPr/>
              <a:t>April 12, 2026</a:t>
            </a:fld>
            <a:endParaRPr lang="en-US"/>
          </a:p>
        </p:txBody>
      </p:sp>
      <p:sp>
        <p:nvSpPr>
          <p:cNvPr id="6" name="Slide Number Placeholder 5">
            <a:extLst>
              <a:ext uri="{FF2B5EF4-FFF2-40B4-BE49-F238E27FC236}">
                <a16:creationId xmlns:a16="http://schemas.microsoft.com/office/drawing/2014/main" id="{43F417EE-F4C6-113A-E763-4101F12465BA}"/>
              </a:ext>
            </a:extLst>
          </p:cNvPr>
          <p:cNvSpPr>
            <a:spLocks noGrp="1"/>
          </p:cNvSpPr>
          <p:nvPr>
            <p:ph type="sldNum" sz="quarter" idx="12"/>
          </p:nvPr>
        </p:nvSpPr>
        <p:spPr>
          <a:xfrm>
            <a:off x="19274400" y="10620000"/>
            <a:ext cx="763538" cy="377816"/>
          </a:xfrm>
        </p:spPr>
        <p:txBody>
          <a:bodyPr/>
          <a:lstStyle/>
          <a:p>
            <a:fld id="{991AB9B0-3E43-D847-B073-60FE8FAFFDB7}" type="slidenum">
              <a:rPr lang="en-US" smtClean="0"/>
              <a:pPr/>
              <a:t>3</a:t>
            </a:fld>
            <a:endParaRPr lang="en-US"/>
          </a:p>
        </p:txBody>
      </p:sp>
      <p:pic>
        <p:nvPicPr>
          <p:cNvPr id="41" name="Picture Placeholder 20" descr="A person sitting in a room with a computer&#10;&#10;AI-generated content may be incorrect.">
            <a:extLst>
              <a:ext uri="{FF2B5EF4-FFF2-40B4-BE49-F238E27FC236}">
                <a16:creationId xmlns:a16="http://schemas.microsoft.com/office/drawing/2014/main" id="{89D34AF2-CBF1-391C-893D-10E207332A2A}"/>
              </a:ext>
              <a:ext uri="{C183D7F6-B498-43B3-948B-1728B52AA6E4}">
                <adec:decorative xmlns:adec="http://schemas.microsoft.com/office/drawing/2017/decorative" val="0"/>
              </a:ext>
            </a:extLst>
          </p:cNvPr>
          <p:cNvPicPr>
            <a:picLocks noChangeAspect="1"/>
          </p:cNvPicPr>
          <p:nvPr/>
        </p:nvPicPr>
        <p:blipFill>
          <a:blip r:embed="rId2"/>
          <a:srcRect t="6" b="6"/>
          <a:stretch/>
        </p:blipFill>
        <p:spPr>
          <a:xfrm>
            <a:off x="10634594" y="1396479"/>
            <a:ext cx="7928727" cy="6935450"/>
          </a:xfrm>
          <a:prstGeom prst="flowChartConnector">
            <a:avLst/>
          </a:prstGeom>
        </p:spPr>
      </p:pic>
      <p:sp>
        <p:nvSpPr>
          <p:cNvPr id="42" name="Oval 41">
            <a:extLst>
              <a:ext uri="{FF2B5EF4-FFF2-40B4-BE49-F238E27FC236}">
                <a16:creationId xmlns:a16="http://schemas.microsoft.com/office/drawing/2014/main" id="{07BBF45B-730C-072C-058B-32618A272CA7}"/>
              </a:ext>
            </a:extLst>
          </p:cNvPr>
          <p:cNvSpPr/>
          <p:nvPr userDrawn="1"/>
        </p:nvSpPr>
        <p:spPr>
          <a:xfrm>
            <a:off x="7606682" y="2057752"/>
            <a:ext cx="2351375" cy="216400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accent1"/>
                </a:solidFill>
              </a:rPr>
              <a:t>System Admin</a:t>
            </a:r>
            <a:endParaRPr lang="en-US" sz="2400" b="1">
              <a:solidFill>
                <a:schemeClr val="accent1"/>
              </a:solidFill>
              <a:cs typeface="Arial"/>
            </a:endParaRPr>
          </a:p>
        </p:txBody>
      </p:sp>
      <p:sp>
        <p:nvSpPr>
          <p:cNvPr id="43" name="Oval 42">
            <a:extLst>
              <a:ext uri="{FF2B5EF4-FFF2-40B4-BE49-F238E27FC236}">
                <a16:creationId xmlns:a16="http://schemas.microsoft.com/office/drawing/2014/main" id="{A0FE199D-24A4-8759-5449-7D0ABCF2961B}"/>
              </a:ext>
            </a:extLst>
          </p:cNvPr>
          <p:cNvSpPr/>
          <p:nvPr userDrawn="1"/>
        </p:nvSpPr>
        <p:spPr>
          <a:xfrm>
            <a:off x="4694946" y="3855830"/>
            <a:ext cx="2351376" cy="196766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accent1"/>
                </a:solidFill>
              </a:rPr>
              <a:t>Public</a:t>
            </a:r>
            <a:endParaRPr lang="en-US" sz="2400" b="1">
              <a:solidFill>
                <a:schemeClr val="accent1"/>
              </a:solidFill>
              <a:cs typeface="Arial"/>
            </a:endParaRPr>
          </a:p>
        </p:txBody>
      </p:sp>
      <p:sp>
        <p:nvSpPr>
          <p:cNvPr id="44" name="Oval 43">
            <a:extLst>
              <a:ext uri="{FF2B5EF4-FFF2-40B4-BE49-F238E27FC236}">
                <a16:creationId xmlns:a16="http://schemas.microsoft.com/office/drawing/2014/main" id="{F11ED7C8-314B-6614-C025-6140BB5CE92A}"/>
              </a:ext>
            </a:extLst>
          </p:cNvPr>
          <p:cNvSpPr/>
          <p:nvPr userDrawn="1"/>
        </p:nvSpPr>
        <p:spPr>
          <a:xfrm>
            <a:off x="7606613" y="5475276"/>
            <a:ext cx="2351376" cy="216400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accent1"/>
                </a:solidFill>
                <a:cs typeface="Arial"/>
              </a:rPr>
              <a:t>Third-Party Developer</a:t>
            </a:r>
          </a:p>
        </p:txBody>
      </p:sp>
      <p:sp>
        <p:nvSpPr>
          <p:cNvPr id="45" name="Oval 44">
            <a:extLst>
              <a:ext uri="{FF2B5EF4-FFF2-40B4-BE49-F238E27FC236}">
                <a16:creationId xmlns:a16="http://schemas.microsoft.com/office/drawing/2014/main" id="{AD0E17C2-1D2E-4C1E-D856-BD91193A2BF1}"/>
              </a:ext>
            </a:extLst>
          </p:cNvPr>
          <p:cNvSpPr/>
          <p:nvPr userDrawn="1"/>
        </p:nvSpPr>
        <p:spPr>
          <a:xfrm>
            <a:off x="4696191" y="7200337"/>
            <a:ext cx="2350061" cy="196766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accent1"/>
                </a:solidFill>
              </a:rPr>
              <a:t>Security</a:t>
            </a:r>
            <a:endParaRPr lang="en-US" sz="2400" b="1">
              <a:solidFill>
                <a:schemeClr val="accent1"/>
              </a:solidFill>
              <a:cs typeface="Arial"/>
            </a:endParaRPr>
          </a:p>
        </p:txBody>
      </p:sp>
    </p:spTree>
    <p:extLst>
      <p:ext uri="{BB962C8B-B14F-4D97-AF65-F5344CB8AC3E}">
        <p14:creationId xmlns:p14="http://schemas.microsoft.com/office/powerpoint/2010/main" val="2086235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21962-155E-3BE7-280A-98F7169D0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F36FB-E246-9BEA-C1C7-C30CB9CE849B}"/>
              </a:ext>
            </a:extLst>
          </p:cNvPr>
          <p:cNvSpPr>
            <a:spLocks noGrp="1"/>
          </p:cNvSpPr>
          <p:nvPr>
            <p:ph type="ctrTitle"/>
          </p:nvPr>
        </p:nvSpPr>
        <p:spPr>
          <a:xfrm>
            <a:off x="439200" y="457200"/>
            <a:ext cx="13563671" cy="810000"/>
          </a:xfrm>
        </p:spPr>
        <p:txBody>
          <a:bodyPr lIns="91440" tIns="45720" rIns="91440" bIns="45720" anchor="t">
            <a:noAutofit/>
          </a:bodyPr>
          <a:lstStyle/>
          <a:p>
            <a:r>
              <a:rPr lang="en-US">
                <a:cs typeface="Poppins"/>
              </a:rPr>
              <a:t>Key Requirements</a:t>
            </a:r>
            <a:endParaRPr lang="en-US"/>
          </a:p>
        </p:txBody>
      </p:sp>
      <p:sp>
        <p:nvSpPr>
          <p:cNvPr id="3" name="Subtitle 2">
            <a:extLst>
              <a:ext uri="{FF2B5EF4-FFF2-40B4-BE49-F238E27FC236}">
                <a16:creationId xmlns:a16="http://schemas.microsoft.com/office/drawing/2014/main" id="{2C5CAD24-EFD3-6DD7-C06E-A0F6B69A6385}"/>
              </a:ext>
            </a:extLst>
          </p:cNvPr>
          <p:cNvSpPr>
            <a:spLocks noGrp="1"/>
          </p:cNvSpPr>
          <p:nvPr>
            <p:ph type="subTitle" idx="1"/>
          </p:nvPr>
        </p:nvSpPr>
        <p:spPr>
          <a:xfrm>
            <a:off x="438150" y="1267200"/>
            <a:ext cx="9719213" cy="573884"/>
          </a:xfrm>
        </p:spPr>
        <p:txBody>
          <a:bodyPr lIns="91440" tIns="45720" rIns="91440" bIns="45720" anchor="t"/>
          <a:lstStyle/>
          <a:p>
            <a:r>
              <a:rPr lang="en-US"/>
              <a:t>Functional Requirements</a:t>
            </a:r>
          </a:p>
        </p:txBody>
      </p:sp>
      <p:sp>
        <p:nvSpPr>
          <p:cNvPr id="6" name="Footer Placeholder 5">
            <a:extLst>
              <a:ext uri="{FF2B5EF4-FFF2-40B4-BE49-F238E27FC236}">
                <a16:creationId xmlns:a16="http://schemas.microsoft.com/office/drawing/2014/main" id="{FE53DE03-39D9-D47F-B759-7BFEB263DD48}"/>
              </a:ext>
            </a:extLst>
          </p:cNvPr>
          <p:cNvSpPr>
            <a:spLocks noGrp="1"/>
          </p:cNvSpPr>
          <p:nvPr>
            <p:ph type="ftr" sz="quarter" idx="17"/>
          </p:nvPr>
        </p:nvSpPr>
        <p:spPr>
          <a:xfrm>
            <a:off x="6731000" y="10620000"/>
            <a:ext cx="6856413" cy="377813"/>
          </a:xfrm>
        </p:spPr>
        <p:txBody>
          <a:bodyPr/>
          <a:lstStyle/>
          <a:p>
            <a:endParaRPr lang="en-US"/>
          </a:p>
        </p:txBody>
      </p:sp>
      <p:sp>
        <p:nvSpPr>
          <p:cNvPr id="7" name="Date Placeholder 6">
            <a:extLst>
              <a:ext uri="{FF2B5EF4-FFF2-40B4-BE49-F238E27FC236}">
                <a16:creationId xmlns:a16="http://schemas.microsoft.com/office/drawing/2014/main" id="{E706A2C6-CD76-2BD9-449E-93A007AAF804}"/>
              </a:ext>
            </a:extLst>
          </p:cNvPr>
          <p:cNvSpPr>
            <a:spLocks noGrp="1"/>
          </p:cNvSpPr>
          <p:nvPr>
            <p:ph type="dt" sz="half" idx="16"/>
          </p:nvPr>
        </p:nvSpPr>
        <p:spPr>
          <a:xfrm>
            <a:off x="16412307" y="10621112"/>
            <a:ext cx="2572579" cy="350101"/>
          </a:xfrm>
        </p:spPr>
        <p:txBody>
          <a:bodyPr/>
          <a:lstStyle/>
          <a:p>
            <a:fld id="{D2792E9C-7E5E-F14F-B049-5BFE22D713B7}" type="datetime4">
              <a:rPr lang="en-CA" smtClean="0"/>
              <a:pPr/>
              <a:t>April 12, 2026</a:t>
            </a:fld>
            <a:endParaRPr lang="en-US"/>
          </a:p>
        </p:txBody>
      </p:sp>
      <p:sp>
        <p:nvSpPr>
          <p:cNvPr id="8" name="Slide Number Placeholder 7">
            <a:extLst>
              <a:ext uri="{FF2B5EF4-FFF2-40B4-BE49-F238E27FC236}">
                <a16:creationId xmlns:a16="http://schemas.microsoft.com/office/drawing/2014/main" id="{1AA0BD0E-FB6A-8D8E-2037-7218B7958E3B}"/>
              </a:ext>
            </a:extLst>
          </p:cNvPr>
          <p:cNvSpPr>
            <a:spLocks noGrp="1"/>
          </p:cNvSpPr>
          <p:nvPr>
            <p:ph type="sldNum" sz="quarter" idx="18"/>
          </p:nvPr>
        </p:nvSpPr>
        <p:spPr>
          <a:xfrm>
            <a:off x="19274400" y="10620000"/>
            <a:ext cx="763538" cy="377816"/>
          </a:xfrm>
        </p:spPr>
        <p:txBody>
          <a:bodyPr/>
          <a:lstStyle/>
          <a:p>
            <a:fld id="{991AB9B0-3E43-D847-B073-60FE8FAFFDB7}" type="slidenum">
              <a:rPr lang="en-US" smtClean="0"/>
              <a:pPr/>
              <a:t>4</a:t>
            </a:fld>
            <a:endParaRPr lang="en-US"/>
          </a:p>
        </p:txBody>
      </p:sp>
      <p:graphicFrame>
        <p:nvGraphicFramePr>
          <p:cNvPr id="13" name="Table 12">
            <a:extLst>
              <a:ext uri="{FF2B5EF4-FFF2-40B4-BE49-F238E27FC236}">
                <a16:creationId xmlns:a16="http://schemas.microsoft.com/office/drawing/2014/main" id="{6597B72C-3521-5E5B-B942-B8C8424C76C1}"/>
              </a:ext>
            </a:extLst>
          </p:cNvPr>
          <p:cNvGraphicFramePr>
            <a:graphicFrameLocks noGrp="1"/>
          </p:cNvGraphicFramePr>
          <p:nvPr>
            <p:extLst>
              <p:ext uri="{D42A27DB-BD31-4B8C-83A1-F6EECF244321}">
                <p14:modId xmlns:p14="http://schemas.microsoft.com/office/powerpoint/2010/main" val="162254524"/>
              </p:ext>
            </p:extLst>
          </p:nvPr>
        </p:nvGraphicFramePr>
        <p:xfrm>
          <a:off x="3763530" y="2523668"/>
          <a:ext cx="12787666" cy="6215355"/>
        </p:xfrm>
        <a:graphic>
          <a:graphicData uri="http://schemas.openxmlformats.org/drawingml/2006/table">
            <a:tbl>
              <a:tblPr firstRow="1" bandRow="1">
                <a:tableStyleId>{5C22544A-7EE6-4342-B048-85BDC9FD1C3A}</a:tableStyleId>
              </a:tblPr>
              <a:tblGrid>
                <a:gridCol w="3724497">
                  <a:extLst>
                    <a:ext uri="{9D8B030D-6E8A-4147-A177-3AD203B41FA5}">
                      <a16:colId xmlns:a16="http://schemas.microsoft.com/office/drawing/2014/main" val="3686714332"/>
                    </a:ext>
                  </a:extLst>
                </a:gridCol>
                <a:gridCol w="4336709">
                  <a:extLst>
                    <a:ext uri="{9D8B030D-6E8A-4147-A177-3AD203B41FA5}">
                      <a16:colId xmlns:a16="http://schemas.microsoft.com/office/drawing/2014/main" val="1264204757"/>
                    </a:ext>
                  </a:extLst>
                </a:gridCol>
                <a:gridCol w="4726460">
                  <a:extLst>
                    <a:ext uri="{9D8B030D-6E8A-4147-A177-3AD203B41FA5}">
                      <a16:colId xmlns:a16="http://schemas.microsoft.com/office/drawing/2014/main" val="1142648999"/>
                    </a:ext>
                  </a:extLst>
                </a:gridCol>
              </a:tblGrid>
              <a:tr h="933248">
                <a:tc>
                  <a:txBody>
                    <a:bodyPr/>
                    <a:lstStyle/>
                    <a:p>
                      <a:pPr algn="ctr"/>
                      <a:r>
                        <a:rPr lang="en-US" sz="3500"/>
                        <a:t>ID</a:t>
                      </a:r>
                    </a:p>
                  </a:txBody>
                  <a:tcPr/>
                </a:tc>
                <a:tc>
                  <a:txBody>
                    <a:bodyPr/>
                    <a:lstStyle/>
                    <a:p>
                      <a:pPr marL="0" marR="0" lvl="0" indent="0" algn="ctr" defTabSz="1523848" rtl="0" eaLnBrk="1" fontAlgn="auto" latinLnBrk="0" hangingPunct="1">
                        <a:lnSpc>
                          <a:spcPct val="100000"/>
                        </a:lnSpc>
                        <a:spcBef>
                          <a:spcPts val="0"/>
                        </a:spcBef>
                        <a:spcAft>
                          <a:spcPts val="0"/>
                        </a:spcAft>
                        <a:buClrTx/>
                        <a:buSzTx/>
                        <a:buFontTx/>
                        <a:buNone/>
                        <a:tabLst/>
                        <a:defRPr/>
                      </a:pPr>
                      <a:r>
                        <a:rPr lang="en-US" sz="3500"/>
                        <a:t>Business Event</a:t>
                      </a:r>
                    </a:p>
                  </a:txBody>
                  <a:tcPr/>
                </a:tc>
                <a:tc>
                  <a:txBody>
                    <a:bodyPr/>
                    <a:lstStyle/>
                    <a:p>
                      <a:pPr marL="0" marR="0" lvl="0" indent="0" algn="ctr" defTabSz="1523848" rtl="0" eaLnBrk="1" fontAlgn="auto" latinLnBrk="0" hangingPunct="1">
                        <a:lnSpc>
                          <a:spcPct val="100000"/>
                        </a:lnSpc>
                        <a:spcBef>
                          <a:spcPts val="0"/>
                        </a:spcBef>
                        <a:spcAft>
                          <a:spcPts val="0"/>
                        </a:spcAft>
                        <a:buClrTx/>
                        <a:buSzTx/>
                        <a:buFontTx/>
                        <a:buNone/>
                        <a:tabLst/>
                        <a:defRPr/>
                      </a:pPr>
                      <a:r>
                        <a:rPr lang="en-US" sz="3500"/>
                        <a:t>Who Benefits?</a:t>
                      </a:r>
                    </a:p>
                  </a:txBody>
                  <a:tcPr/>
                </a:tc>
                <a:extLst>
                  <a:ext uri="{0D108BD9-81ED-4DB2-BD59-A6C34878D82A}">
                    <a16:rowId xmlns:a16="http://schemas.microsoft.com/office/drawing/2014/main" val="2986910623"/>
                  </a:ext>
                </a:extLst>
              </a:tr>
              <a:tr h="1150943">
                <a:tc>
                  <a:txBody>
                    <a:bodyPr/>
                    <a:lstStyle/>
                    <a:p>
                      <a:pPr algn="ctr"/>
                      <a:r>
                        <a:rPr lang="en-US" sz="2500"/>
                        <a:t>BE1</a:t>
                      </a:r>
                    </a:p>
                  </a:txBody>
                  <a:tcPr/>
                </a:tc>
                <a:tc>
                  <a:txBody>
                    <a:bodyPr/>
                    <a:lstStyle/>
                    <a:p>
                      <a:pPr algn="ctr"/>
                      <a:r>
                        <a:rPr lang="en-US" sz="2500"/>
                        <a:t>Signup and Login</a:t>
                      </a:r>
                    </a:p>
                  </a:txBody>
                  <a:tcPr/>
                </a:tc>
                <a:tc>
                  <a:txBody>
                    <a:bodyPr/>
                    <a:lstStyle/>
                    <a:p>
                      <a:pPr algn="ctr"/>
                      <a:r>
                        <a:rPr lang="en-US" sz="2500"/>
                        <a:t>All users</a:t>
                      </a:r>
                    </a:p>
                  </a:txBody>
                  <a:tcPr/>
                </a:tc>
                <a:extLst>
                  <a:ext uri="{0D108BD9-81ED-4DB2-BD59-A6C34878D82A}">
                    <a16:rowId xmlns:a16="http://schemas.microsoft.com/office/drawing/2014/main" val="426905588"/>
                  </a:ext>
                </a:extLst>
              </a:tr>
              <a:tr h="933248">
                <a:tc>
                  <a:txBody>
                    <a:bodyPr/>
                    <a:lstStyle/>
                    <a:p>
                      <a:pPr algn="ctr"/>
                      <a:r>
                        <a:rPr lang="en-US" sz="2500"/>
                        <a:t>BE2</a:t>
                      </a:r>
                    </a:p>
                  </a:txBody>
                  <a:tcPr/>
                </a:tc>
                <a:tc>
                  <a:txBody>
                    <a:bodyPr/>
                    <a:lstStyle/>
                    <a:p>
                      <a:pPr algn="ctr"/>
                      <a:r>
                        <a:rPr lang="en-US" sz="2500"/>
                        <a:t>Request and Interpret Environmental Data</a:t>
                      </a:r>
                    </a:p>
                  </a:txBody>
                  <a:tcPr/>
                </a:tc>
                <a:tc>
                  <a:txBody>
                    <a:bodyPr/>
                    <a:lstStyle/>
                    <a:p>
                      <a:pPr algn="ctr"/>
                      <a:r>
                        <a:rPr lang="en-US" sz="2500"/>
                        <a:t>Public users &amp; third-party developers</a:t>
                      </a:r>
                    </a:p>
                  </a:txBody>
                  <a:tcPr/>
                </a:tc>
                <a:extLst>
                  <a:ext uri="{0D108BD9-81ED-4DB2-BD59-A6C34878D82A}">
                    <a16:rowId xmlns:a16="http://schemas.microsoft.com/office/drawing/2014/main" val="3051967221"/>
                  </a:ext>
                </a:extLst>
              </a:tr>
              <a:tr h="1020183">
                <a:tc>
                  <a:txBody>
                    <a:bodyPr/>
                    <a:lstStyle/>
                    <a:p>
                      <a:pPr algn="ctr"/>
                      <a:r>
                        <a:rPr lang="en-US" sz="2500"/>
                        <a:t>BE3</a:t>
                      </a:r>
                    </a:p>
                  </a:txBody>
                  <a:tcPr/>
                </a:tc>
                <a:tc>
                  <a:txBody>
                    <a:bodyPr/>
                    <a:lstStyle/>
                    <a:p>
                      <a:pPr algn="ctr"/>
                      <a:r>
                        <a:rPr lang="en-US" sz="2500"/>
                        <a:t>Define Alert Rules</a:t>
                      </a:r>
                    </a:p>
                  </a:txBody>
                  <a:tcPr/>
                </a:tc>
                <a:tc>
                  <a:txBody>
                    <a:bodyPr/>
                    <a:lstStyle/>
                    <a:p>
                      <a:pPr algn="ctr"/>
                      <a:r>
                        <a:rPr lang="en-US" sz="2500"/>
                        <a:t>System administrators</a:t>
                      </a:r>
                    </a:p>
                  </a:txBody>
                  <a:tcPr/>
                </a:tc>
                <a:extLst>
                  <a:ext uri="{0D108BD9-81ED-4DB2-BD59-A6C34878D82A}">
                    <a16:rowId xmlns:a16="http://schemas.microsoft.com/office/drawing/2014/main" val="3960085949"/>
                  </a:ext>
                </a:extLst>
              </a:tr>
              <a:tr h="986118">
                <a:tc>
                  <a:txBody>
                    <a:bodyPr/>
                    <a:lstStyle/>
                    <a:p>
                      <a:pPr algn="ctr"/>
                      <a:r>
                        <a:rPr lang="en-US" sz="2500"/>
                        <a:t>BE4</a:t>
                      </a:r>
                    </a:p>
                  </a:txBody>
                  <a:tcPr/>
                </a:tc>
                <a:tc>
                  <a:txBody>
                    <a:bodyPr/>
                    <a:lstStyle/>
                    <a:p>
                      <a:pPr algn="ctr"/>
                      <a:r>
                        <a:rPr lang="en-US" sz="2500"/>
                        <a:t>Acknowledge a Critical Environmental Alert</a:t>
                      </a:r>
                    </a:p>
                  </a:txBody>
                  <a:tcPr/>
                </a:tc>
                <a:tc>
                  <a:txBody>
                    <a:bodyPr/>
                    <a:lstStyle/>
                    <a:p>
                      <a:pPr algn="ctr"/>
                      <a:r>
                        <a:rPr lang="en-US" sz="2500"/>
                        <a:t>City operators</a:t>
                      </a:r>
                    </a:p>
                  </a:txBody>
                  <a:tcPr/>
                </a:tc>
                <a:extLst>
                  <a:ext uri="{0D108BD9-81ED-4DB2-BD59-A6C34878D82A}">
                    <a16:rowId xmlns:a16="http://schemas.microsoft.com/office/drawing/2014/main" val="7641127"/>
                  </a:ext>
                </a:extLst>
              </a:tr>
              <a:tr h="1191615">
                <a:tc>
                  <a:txBody>
                    <a:bodyPr/>
                    <a:lstStyle/>
                    <a:p>
                      <a:pPr algn="ctr"/>
                      <a:r>
                        <a:rPr lang="en-US" sz="2500"/>
                        <a:t>BE5</a:t>
                      </a:r>
                    </a:p>
                  </a:txBody>
                  <a:tcPr/>
                </a:tc>
                <a:tc>
                  <a:txBody>
                    <a:bodyPr/>
                    <a:lstStyle/>
                    <a:p>
                      <a:pPr algn="ctr"/>
                      <a:r>
                        <a:rPr lang="en-US" sz="2500"/>
                        <a:t>Manage Personalized Alert Subscriptions</a:t>
                      </a:r>
                    </a:p>
                  </a:txBody>
                  <a:tcPr/>
                </a:tc>
                <a:tc>
                  <a:txBody>
                    <a:bodyPr/>
                    <a:lstStyle/>
                    <a:p>
                      <a:pPr algn="ctr"/>
                      <a:r>
                        <a:rPr lang="en-US" sz="2500"/>
                        <a:t>City operators</a:t>
                      </a:r>
                    </a:p>
                  </a:txBody>
                  <a:tcPr/>
                </a:tc>
                <a:extLst>
                  <a:ext uri="{0D108BD9-81ED-4DB2-BD59-A6C34878D82A}">
                    <a16:rowId xmlns:a16="http://schemas.microsoft.com/office/drawing/2014/main" val="3667278913"/>
                  </a:ext>
                </a:extLst>
              </a:tr>
            </a:tbl>
          </a:graphicData>
        </a:graphic>
      </p:graphicFrame>
    </p:spTree>
    <p:extLst>
      <p:ext uri="{BB962C8B-B14F-4D97-AF65-F5344CB8AC3E}">
        <p14:creationId xmlns:p14="http://schemas.microsoft.com/office/powerpoint/2010/main" val="3306218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8C275-B15C-7A4E-4838-6091CEB3473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0A41C31-87AA-04FF-D0ED-865CD49AF9E2}"/>
              </a:ext>
            </a:extLst>
          </p:cNvPr>
          <p:cNvSpPr/>
          <p:nvPr/>
        </p:nvSpPr>
        <p:spPr>
          <a:xfrm>
            <a:off x="8582966" y="2658626"/>
            <a:ext cx="10697307" cy="6384890"/>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C3B53171-6FED-0EBF-A2BA-C697205BE5D1}"/>
              </a:ext>
            </a:extLst>
          </p:cNvPr>
          <p:cNvSpPr>
            <a:spLocks noGrp="1"/>
          </p:cNvSpPr>
          <p:nvPr>
            <p:ph type="body" sz="quarter" idx="12"/>
          </p:nvPr>
        </p:nvSpPr>
        <p:spPr>
          <a:xfrm>
            <a:off x="1821856" y="3625875"/>
            <a:ext cx="6517584" cy="4181842"/>
          </a:xfrm>
        </p:spPr>
        <p:txBody>
          <a:bodyPr lIns="91440" tIns="45720" rIns="91440" bIns="45720" anchor="t"/>
          <a:lstStyle/>
          <a:p>
            <a:r>
              <a:rPr lang="en-US">
                <a:cs typeface="Poppins"/>
              </a:rPr>
              <a:t>BE5 </a:t>
            </a:r>
          </a:p>
          <a:p>
            <a:r>
              <a:rPr lang="en-US">
                <a:cs typeface="Poppins"/>
              </a:rPr>
              <a:t>corresponds to</a:t>
            </a:r>
          </a:p>
          <a:p>
            <a:r>
              <a:rPr lang="en-US">
                <a:cs typeface="Poppins"/>
              </a:rPr>
              <a:t>our Innovative </a:t>
            </a:r>
          </a:p>
          <a:p>
            <a:r>
              <a:rPr lang="en-US">
                <a:cs typeface="Poppins"/>
              </a:rPr>
              <a:t>Feature: </a:t>
            </a:r>
            <a:endParaRPr lang="en-US"/>
          </a:p>
        </p:txBody>
      </p:sp>
      <p:sp>
        <p:nvSpPr>
          <p:cNvPr id="8" name="Date Placeholder 7">
            <a:extLst>
              <a:ext uri="{FF2B5EF4-FFF2-40B4-BE49-F238E27FC236}">
                <a16:creationId xmlns:a16="http://schemas.microsoft.com/office/drawing/2014/main" id="{8F7A6A83-E103-6D0F-4C29-7F64CD101F38}"/>
              </a:ext>
            </a:extLst>
          </p:cNvPr>
          <p:cNvSpPr>
            <a:spLocks noGrp="1"/>
          </p:cNvSpPr>
          <p:nvPr>
            <p:ph type="dt" sz="half" idx="20"/>
          </p:nvPr>
        </p:nvSpPr>
        <p:spPr/>
        <p:txBody>
          <a:bodyPr/>
          <a:lstStyle/>
          <a:p>
            <a:fld id="{D2792E9C-7E5E-F14F-B049-5BFE22D713B7}" type="datetime4">
              <a:rPr lang="en-CA" smtClean="0"/>
              <a:t>April 12, 2026</a:t>
            </a:fld>
            <a:endParaRPr lang="en-US"/>
          </a:p>
        </p:txBody>
      </p:sp>
      <p:sp>
        <p:nvSpPr>
          <p:cNvPr id="9" name="Slide Number Placeholder 8">
            <a:extLst>
              <a:ext uri="{FF2B5EF4-FFF2-40B4-BE49-F238E27FC236}">
                <a16:creationId xmlns:a16="http://schemas.microsoft.com/office/drawing/2014/main" id="{1836057F-59B1-DC72-4907-4C48935780AC}"/>
              </a:ext>
            </a:extLst>
          </p:cNvPr>
          <p:cNvSpPr>
            <a:spLocks noGrp="1"/>
          </p:cNvSpPr>
          <p:nvPr>
            <p:ph type="sldNum" sz="quarter" idx="22"/>
          </p:nvPr>
        </p:nvSpPr>
        <p:spPr/>
        <p:txBody>
          <a:bodyPr/>
          <a:lstStyle/>
          <a:p>
            <a:fld id="{991AB9B0-3E43-D847-B073-60FE8FAFFDB7}" type="slidenum">
              <a:rPr lang="en-US" smtClean="0"/>
              <a:pPr/>
              <a:t>5</a:t>
            </a:fld>
            <a:endParaRPr lang="en-US"/>
          </a:p>
        </p:txBody>
      </p:sp>
      <p:sp>
        <p:nvSpPr>
          <p:cNvPr id="13" name="Text Placeholder 5">
            <a:extLst>
              <a:ext uri="{FF2B5EF4-FFF2-40B4-BE49-F238E27FC236}">
                <a16:creationId xmlns:a16="http://schemas.microsoft.com/office/drawing/2014/main" id="{DC9576C5-2F7F-544E-B28B-0B36386C7CD9}"/>
              </a:ext>
            </a:extLst>
          </p:cNvPr>
          <p:cNvSpPr txBox="1">
            <a:spLocks/>
          </p:cNvSpPr>
          <p:nvPr/>
        </p:nvSpPr>
        <p:spPr>
          <a:xfrm>
            <a:off x="9785178" y="4106927"/>
            <a:ext cx="8568499" cy="3194982"/>
          </a:xfrm>
          <a:prstGeom prst="rect">
            <a:avLst/>
          </a:prstGeom>
          <a:ln>
            <a:noFill/>
          </a:ln>
        </p:spPr>
        <p:txBody>
          <a:bodyPr lIns="91440" tIns="45720" rIns="91440" bIns="45720" anchor="t"/>
          <a:lstStyle>
            <a:lvl1pPr marL="0" indent="0" algn="l" defTabSz="1523848" rtl="0" eaLnBrk="1" latinLnBrk="0" hangingPunct="1">
              <a:lnSpc>
                <a:spcPct val="90000"/>
              </a:lnSpc>
              <a:spcBef>
                <a:spcPts val="1667"/>
              </a:spcBef>
              <a:buFont typeface="Arial" panose="020B0604020202020204" pitchFamily="34" charset="0"/>
              <a:buNone/>
              <a:defRPr sz="6600" b="1" kern="1200">
                <a:solidFill>
                  <a:schemeClr val="bg1"/>
                </a:solidFill>
                <a:latin typeface="+mj-lt"/>
                <a:ea typeface="+mn-ea"/>
                <a:cs typeface="Poppins" pitchFamily="2" charset="77"/>
              </a:defRPr>
            </a:lvl1pPr>
            <a:lvl2pPr marL="1142886" indent="-380962" algn="l" defTabSz="1523848" rtl="0" eaLnBrk="1" latinLnBrk="0" hangingPunct="1">
              <a:lnSpc>
                <a:spcPct val="90000"/>
              </a:lnSpc>
              <a:spcBef>
                <a:spcPts val="833"/>
              </a:spcBef>
              <a:buFont typeface="Arial" panose="020B0604020202020204" pitchFamily="34" charset="0"/>
              <a:buChar char="•"/>
              <a:defRPr sz="2800" kern="1200">
                <a:solidFill>
                  <a:schemeClr val="accent4"/>
                </a:solidFill>
                <a:latin typeface="+mn-lt"/>
                <a:ea typeface="+mn-ea"/>
                <a:cs typeface="+mn-cs"/>
              </a:defRPr>
            </a:lvl2pPr>
            <a:lvl3pPr marL="1904810" indent="-380962" algn="l" defTabSz="1523848" rtl="0" eaLnBrk="1" latinLnBrk="0" hangingPunct="1">
              <a:lnSpc>
                <a:spcPct val="90000"/>
              </a:lnSpc>
              <a:spcBef>
                <a:spcPts val="833"/>
              </a:spcBef>
              <a:buFont typeface="Arial" panose="020B0604020202020204" pitchFamily="34" charset="0"/>
              <a:buChar char="•"/>
              <a:defRPr sz="2600" kern="1200">
                <a:solidFill>
                  <a:schemeClr val="accent4"/>
                </a:solidFill>
                <a:latin typeface="+mn-lt"/>
                <a:ea typeface="+mn-ea"/>
                <a:cs typeface="+mn-cs"/>
              </a:defRPr>
            </a:lvl3pPr>
            <a:lvl4pPr marL="2666733" indent="-380962" algn="l" defTabSz="1523848" rtl="0" eaLnBrk="1" latinLnBrk="0" hangingPunct="1">
              <a:lnSpc>
                <a:spcPct val="90000"/>
              </a:lnSpc>
              <a:spcBef>
                <a:spcPts val="833"/>
              </a:spcBef>
              <a:buFont typeface="Arial" panose="020B0604020202020204" pitchFamily="34" charset="0"/>
              <a:buChar char="•"/>
              <a:defRPr sz="2400" kern="1200">
                <a:solidFill>
                  <a:schemeClr val="accent4"/>
                </a:solidFill>
                <a:latin typeface="+mn-lt"/>
                <a:ea typeface="+mn-ea"/>
                <a:cs typeface="+mn-cs"/>
              </a:defRPr>
            </a:lvl4pPr>
            <a:lvl5pPr marL="3428657" indent="-380962" algn="l" defTabSz="1523848" rtl="0" eaLnBrk="1" latinLnBrk="0" hangingPunct="1">
              <a:lnSpc>
                <a:spcPct val="90000"/>
              </a:lnSpc>
              <a:spcBef>
                <a:spcPts val="833"/>
              </a:spcBef>
              <a:buFont typeface="Arial" panose="020B0604020202020204" pitchFamily="34" charset="0"/>
              <a:buChar char="•"/>
              <a:defRPr sz="2200" kern="1200">
                <a:solidFill>
                  <a:schemeClr val="accent4"/>
                </a:solidFill>
                <a:latin typeface="+mn-lt"/>
                <a:ea typeface="+mn-ea"/>
                <a:cs typeface="+mn-cs"/>
              </a:defRPr>
            </a:lvl5pPr>
            <a:lvl6pPr marL="4190581"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6pPr>
            <a:lvl7pPr marL="4952505"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7pPr>
            <a:lvl8pPr marL="5714429"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8pPr>
            <a:lvl9pPr marL="6476352"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9pPr>
          </a:lstStyle>
          <a:p>
            <a:pPr algn="ctr"/>
            <a:r>
              <a:rPr lang="en-US" dirty="0">
                <a:solidFill>
                  <a:schemeClr val="accent1"/>
                </a:solidFill>
                <a:cs typeface="Poppins"/>
              </a:rPr>
              <a:t>City Operators can manage personalized alert subscriptions</a:t>
            </a:r>
            <a:endParaRPr lang="en-US" dirty="0">
              <a:solidFill>
                <a:schemeClr val="accent1"/>
              </a:solidFill>
            </a:endParaRPr>
          </a:p>
        </p:txBody>
      </p:sp>
    </p:spTree>
    <p:extLst>
      <p:ext uri="{BB962C8B-B14F-4D97-AF65-F5344CB8AC3E}">
        <p14:creationId xmlns:p14="http://schemas.microsoft.com/office/powerpoint/2010/main" val="761908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3181-22C7-279C-7F10-666ACA338E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E25DD-C056-BADA-D4B5-918C697EE58C}"/>
              </a:ext>
            </a:extLst>
          </p:cNvPr>
          <p:cNvSpPr>
            <a:spLocks noGrp="1"/>
          </p:cNvSpPr>
          <p:nvPr>
            <p:ph type="ctrTitle"/>
          </p:nvPr>
        </p:nvSpPr>
        <p:spPr>
          <a:xfrm>
            <a:off x="439200" y="457200"/>
            <a:ext cx="13563671" cy="810000"/>
          </a:xfrm>
        </p:spPr>
        <p:txBody>
          <a:bodyPr lIns="91440" tIns="45720" rIns="91440" bIns="45720" anchor="t">
            <a:noAutofit/>
          </a:bodyPr>
          <a:lstStyle/>
          <a:p>
            <a:r>
              <a:rPr lang="en-US">
                <a:cs typeface="Poppins"/>
              </a:rPr>
              <a:t>Key Requirements</a:t>
            </a:r>
            <a:endParaRPr lang="en-US"/>
          </a:p>
        </p:txBody>
      </p:sp>
      <p:sp>
        <p:nvSpPr>
          <p:cNvPr id="3" name="Subtitle 2">
            <a:extLst>
              <a:ext uri="{FF2B5EF4-FFF2-40B4-BE49-F238E27FC236}">
                <a16:creationId xmlns:a16="http://schemas.microsoft.com/office/drawing/2014/main" id="{2F88F0A8-E94B-035E-B48D-E91AA4310A8A}"/>
              </a:ext>
            </a:extLst>
          </p:cNvPr>
          <p:cNvSpPr>
            <a:spLocks noGrp="1"/>
          </p:cNvSpPr>
          <p:nvPr>
            <p:ph type="subTitle" idx="1"/>
          </p:nvPr>
        </p:nvSpPr>
        <p:spPr>
          <a:xfrm>
            <a:off x="438150" y="1267200"/>
            <a:ext cx="9719213" cy="573884"/>
          </a:xfrm>
        </p:spPr>
        <p:txBody>
          <a:bodyPr lIns="91440" tIns="45720" rIns="91440" bIns="45720" anchor="t"/>
          <a:lstStyle/>
          <a:p>
            <a:r>
              <a:rPr lang="en-US"/>
              <a:t>Non-Functional Requirements (NFR)</a:t>
            </a:r>
          </a:p>
        </p:txBody>
      </p:sp>
      <p:sp>
        <p:nvSpPr>
          <p:cNvPr id="6" name="Footer Placeholder 5">
            <a:extLst>
              <a:ext uri="{FF2B5EF4-FFF2-40B4-BE49-F238E27FC236}">
                <a16:creationId xmlns:a16="http://schemas.microsoft.com/office/drawing/2014/main" id="{281B23BF-33FA-1968-28A9-84AEC3065B53}"/>
              </a:ext>
            </a:extLst>
          </p:cNvPr>
          <p:cNvSpPr>
            <a:spLocks noGrp="1"/>
          </p:cNvSpPr>
          <p:nvPr>
            <p:ph type="ftr" sz="quarter" idx="17"/>
          </p:nvPr>
        </p:nvSpPr>
        <p:spPr>
          <a:xfrm>
            <a:off x="6731000" y="10620000"/>
            <a:ext cx="6856413" cy="377813"/>
          </a:xfrm>
        </p:spPr>
        <p:txBody>
          <a:bodyPr/>
          <a:lstStyle/>
          <a:p>
            <a:endParaRPr lang="en-US"/>
          </a:p>
        </p:txBody>
      </p:sp>
      <p:sp>
        <p:nvSpPr>
          <p:cNvPr id="7" name="Date Placeholder 6">
            <a:extLst>
              <a:ext uri="{FF2B5EF4-FFF2-40B4-BE49-F238E27FC236}">
                <a16:creationId xmlns:a16="http://schemas.microsoft.com/office/drawing/2014/main" id="{BFCD0092-69E4-F50D-B5C2-122955C44A42}"/>
              </a:ext>
            </a:extLst>
          </p:cNvPr>
          <p:cNvSpPr>
            <a:spLocks noGrp="1"/>
          </p:cNvSpPr>
          <p:nvPr>
            <p:ph type="dt" sz="half" idx="16"/>
          </p:nvPr>
        </p:nvSpPr>
        <p:spPr>
          <a:xfrm>
            <a:off x="16412307" y="10621112"/>
            <a:ext cx="2572579" cy="350101"/>
          </a:xfrm>
        </p:spPr>
        <p:txBody>
          <a:bodyPr/>
          <a:lstStyle/>
          <a:p>
            <a:fld id="{D2792E9C-7E5E-F14F-B049-5BFE22D713B7}" type="datetime4">
              <a:rPr lang="en-CA" smtClean="0"/>
              <a:pPr/>
              <a:t>April 12, 2026</a:t>
            </a:fld>
            <a:endParaRPr lang="en-US"/>
          </a:p>
        </p:txBody>
      </p:sp>
      <p:sp>
        <p:nvSpPr>
          <p:cNvPr id="8" name="Slide Number Placeholder 7">
            <a:extLst>
              <a:ext uri="{FF2B5EF4-FFF2-40B4-BE49-F238E27FC236}">
                <a16:creationId xmlns:a16="http://schemas.microsoft.com/office/drawing/2014/main" id="{D8B8F530-94EA-914F-5C15-29951FE08A9F}"/>
              </a:ext>
            </a:extLst>
          </p:cNvPr>
          <p:cNvSpPr>
            <a:spLocks noGrp="1"/>
          </p:cNvSpPr>
          <p:nvPr>
            <p:ph type="sldNum" sz="quarter" idx="18"/>
          </p:nvPr>
        </p:nvSpPr>
        <p:spPr>
          <a:xfrm>
            <a:off x="19274400" y="10620000"/>
            <a:ext cx="763538" cy="377816"/>
          </a:xfrm>
        </p:spPr>
        <p:txBody>
          <a:bodyPr/>
          <a:lstStyle/>
          <a:p>
            <a:fld id="{991AB9B0-3E43-D847-B073-60FE8FAFFDB7}" type="slidenum">
              <a:rPr lang="en-US" smtClean="0"/>
              <a:pPr/>
              <a:t>6</a:t>
            </a:fld>
            <a:endParaRPr lang="en-US"/>
          </a:p>
        </p:txBody>
      </p:sp>
      <p:graphicFrame>
        <p:nvGraphicFramePr>
          <p:cNvPr id="13" name="Table 12">
            <a:extLst>
              <a:ext uri="{FF2B5EF4-FFF2-40B4-BE49-F238E27FC236}">
                <a16:creationId xmlns:a16="http://schemas.microsoft.com/office/drawing/2014/main" id="{F8EF883A-4BE4-F894-2F9F-6EBF59ECAB11}"/>
              </a:ext>
            </a:extLst>
          </p:cNvPr>
          <p:cNvGraphicFramePr>
            <a:graphicFrameLocks noGrp="1"/>
          </p:cNvGraphicFramePr>
          <p:nvPr>
            <p:extLst>
              <p:ext uri="{D42A27DB-BD31-4B8C-83A1-F6EECF244321}">
                <p14:modId xmlns:p14="http://schemas.microsoft.com/office/powerpoint/2010/main" val="1317514054"/>
              </p:ext>
            </p:extLst>
          </p:nvPr>
        </p:nvGraphicFramePr>
        <p:xfrm>
          <a:off x="2407199" y="2883020"/>
          <a:ext cx="15500327" cy="6189898"/>
        </p:xfrm>
        <a:graphic>
          <a:graphicData uri="http://schemas.openxmlformats.org/drawingml/2006/table">
            <a:tbl>
              <a:tblPr firstRow="1" bandRow="1">
                <a:tableStyleId>{5C22544A-7EE6-4342-B048-85BDC9FD1C3A}</a:tableStyleId>
              </a:tblPr>
              <a:tblGrid>
                <a:gridCol w="3449789">
                  <a:extLst>
                    <a:ext uri="{9D8B030D-6E8A-4147-A177-3AD203B41FA5}">
                      <a16:colId xmlns:a16="http://schemas.microsoft.com/office/drawing/2014/main" val="3686714332"/>
                    </a:ext>
                  </a:extLst>
                </a:gridCol>
                <a:gridCol w="4016846">
                  <a:extLst>
                    <a:ext uri="{9D8B030D-6E8A-4147-A177-3AD203B41FA5}">
                      <a16:colId xmlns:a16="http://schemas.microsoft.com/office/drawing/2014/main" val="1264204757"/>
                    </a:ext>
                  </a:extLst>
                </a:gridCol>
                <a:gridCol w="4016846">
                  <a:extLst>
                    <a:ext uri="{9D8B030D-6E8A-4147-A177-3AD203B41FA5}">
                      <a16:colId xmlns:a16="http://schemas.microsoft.com/office/drawing/2014/main" val="1142648999"/>
                    </a:ext>
                  </a:extLst>
                </a:gridCol>
                <a:gridCol w="4016846">
                  <a:extLst>
                    <a:ext uri="{9D8B030D-6E8A-4147-A177-3AD203B41FA5}">
                      <a16:colId xmlns:a16="http://schemas.microsoft.com/office/drawing/2014/main" val="2885026694"/>
                    </a:ext>
                  </a:extLst>
                </a:gridCol>
              </a:tblGrid>
              <a:tr h="977080">
                <a:tc>
                  <a:txBody>
                    <a:bodyPr/>
                    <a:lstStyle/>
                    <a:p>
                      <a:pPr algn="ctr"/>
                      <a:r>
                        <a:rPr lang="en-US" sz="3500"/>
                        <a:t>NFR Class</a:t>
                      </a:r>
                    </a:p>
                  </a:txBody>
                  <a:tcPr/>
                </a:tc>
                <a:tc>
                  <a:txBody>
                    <a:bodyPr/>
                    <a:lstStyle/>
                    <a:p>
                      <a:pPr marL="0" marR="0" lvl="0" indent="0" algn="ctr" defTabSz="1523848" rtl="0" eaLnBrk="1" fontAlgn="auto" latinLnBrk="0" hangingPunct="1">
                        <a:lnSpc>
                          <a:spcPct val="100000"/>
                        </a:lnSpc>
                        <a:spcBef>
                          <a:spcPts val="0"/>
                        </a:spcBef>
                        <a:spcAft>
                          <a:spcPts val="0"/>
                        </a:spcAft>
                        <a:buClrTx/>
                        <a:buSzTx/>
                        <a:buFontTx/>
                        <a:buNone/>
                        <a:tabLst/>
                        <a:defRPr/>
                      </a:pPr>
                      <a:r>
                        <a:rPr lang="en-US" sz="3500"/>
                        <a:t>NFR</a:t>
                      </a:r>
                    </a:p>
                  </a:txBody>
                  <a:tcPr/>
                </a:tc>
                <a:tc>
                  <a:txBody>
                    <a:bodyPr/>
                    <a:lstStyle/>
                    <a:p>
                      <a:pPr marL="0" marR="0" lvl="0" indent="0" algn="ctr" defTabSz="1523848" rtl="0" eaLnBrk="1" fontAlgn="auto" latinLnBrk="0" hangingPunct="1">
                        <a:lnSpc>
                          <a:spcPct val="100000"/>
                        </a:lnSpc>
                        <a:spcBef>
                          <a:spcPts val="0"/>
                        </a:spcBef>
                        <a:spcAft>
                          <a:spcPts val="0"/>
                        </a:spcAft>
                        <a:buClrTx/>
                        <a:buSzTx/>
                        <a:buFontTx/>
                        <a:buNone/>
                        <a:tabLst/>
                        <a:defRPr/>
                      </a:pPr>
                      <a:r>
                        <a:rPr lang="en-US" sz="3500"/>
                        <a:t>Value</a:t>
                      </a:r>
                    </a:p>
                  </a:txBody>
                  <a:tcPr/>
                </a:tc>
                <a:tc>
                  <a:txBody>
                    <a:bodyPr/>
                    <a:lstStyle/>
                    <a:p>
                      <a:pPr marL="0" marR="0" lvl="0" indent="0" algn="ctr" defTabSz="1523848" rtl="0" eaLnBrk="1" fontAlgn="auto" latinLnBrk="0" hangingPunct="1">
                        <a:lnSpc>
                          <a:spcPct val="100000"/>
                        </a:lnSpc>
                        <a:spcBef>
                          <a:spcPts val="0"/>
                        </a:spcBef>
                        <a:spcAft>
                          <a:spcPts val="0"/>
                        </a:spcAft>
                        <a:buClrTx/>
                        <a:buSzTx/>
                        <a:buFontTx/>
                        <a:buNone/>
                        <a:tabLst/>
                        <a:defRPr/>
                      </a:pPr>
                      <a:r>
                        <a:rPr lang="en-US" sz="3500"/>
                        <a:t>Architectural Impact</a:t>
                      </a:r>
                    </a:p>
                  </a:txBody>
                  <a:tcPr/>
                </a:tc>
                <a:extLst>
                  <a:ext uri="{0D108BD9-81ED-4DB2-BD59-A6C34878D82A}">
                    <a16:rowId xmlns:a16="http://schemas.microsoft.com/office/drawing/2014/main" val="2986910623"/>
                  </a:ext>
                </a:extLst>
              </a:tr>
              <a:tr h="1153020">
                <a:tc>
                  <a:txBody>
                    <a:bodyPr/>
                    <a:lstStyle/>
                    <a:p>
                      <a:pPr algn="ctr"/>
                      <a:r>
                        <a:rPr lang="en-US" sz="2500"/>
                        <a:t>Speed </a:t>
                      </a:r>
                    </a:p>
                    <a:p>
                      <a:pPr algn="ctr"/>
                      <a:r>
                        <a:rPr lang="en-US" sz="2500"/>
                        <a:t>and latency</a:t>
                      </a:r>
                    </a:p>
                  </a:txBody>
                  <a:tcPr/>
                </a:tc>
                <a:tc>
                  <a:txBody>
                    <a:bodyPr/>
                    <a:lstStyle/>
                    <a:p>
                      <a:pPr algn="ctr"/>
                      <a:r>
                        <a:rPr lang="en-US" sz="2500"/>
                        <a:t>Alert generation latency</a:t>
                      </a:r>
                    </a:p>
                  </a:txBody>
                  <a:tcPr/>
                </a:tc>
                <a:tc>
                  <a:txBody>
                    <a:bodyPr/>
                    <a:lstStyle/>
                    <a:p>
                      <a:pPr algn="ctr"/>
                      <a:r>
                        <a:rPr lang="en-US" sz="2500"/>
                        <a:t>≤ 5 sec</a:t>
                      </a:r>
                    </a:p>
                  </a:txBody>
                  <a:tcPr/>
                </a:tc>
                <a:tc>
                  <a:txBody>
                    <a:bodyPr/>
                    <a:lstStyle/>
                    <a:p>
                      <a:pPr marL="0" marR="0" lvl="0" indent="0" algn="ctr" defTabSz="1523848" rtl="0" eaLnBrk="1" fontAlgn="auto" latinLnBrk="0" hangingPunct="1">
                        <a:lnSpc>
                          <a:spcPct val="100000"/>
                        </a:lnSpc>
                        <a:spcBef>
                          <a:spcPts val="0"/>
                        </a:spcBef>
                        <a:spcAft>
                          <a:spcPts val="0"/>
                        </a:spcAft>
                        <a:buClrTx/>
                        <a:buSzTx/>
                        <a:buFontTx/>
                        <a:buNone/>
                        <a:tabLst/>
                        <a:defRPr/>
                      </a:pPr>
                      <a:r>
                        <a:rPr lang="en-US" sz="2500"/>
                        <a:t>Blackboard: parallel rule evaluation</a:t>
                      </a:r>
                    </a:p>
                  </a:txBody>
                  <a:tcPr/>
                </a:tc>
                <a:extLst>
                  <a:ext uri="{0D108BD9-81ED-4DB2-BD59-A6C34878D82A}">
                    <a16:rowId xmlns:a16="http://schemas.microsoft.com/office/drawing/2014/main" val="426905588"/>
                  </a:ext>
                </a:extLst>
              </a:tr>
              <a:tr h="1036220">
                <a:tc>
                  <a:txBody>
                    <a:bodyPr/>
                    <a:lstStyle/>
                    <a:p>
                      <a:pPr algn="ctr"/>
                      <a:r>
                        <a:rPr lang="en-US" sz="2500"/>
                        <a:t>Speed </a:t>
                      </a:r>
                    </a:p>
                    <a:p>
                      <a:pPr algn="ctr"/>
                      <a:r>
                        <a:rPr lang="en-US" sz="2500"/>
                        <a:t>and latency</a:t>
                      </a:r>
                    </a:p>
                  </a:txBody>
                  <a:tcPr/>
                </a:tc>
                <a:tc>
                  <a:txBody>
                    <a:bodyPr/>
                    <a:lstStyle/>
                    <a:p>
                      <a:pPr algn="ctr"/>
                      <a:r>
                        <a:rPr lang="en-US" sz="2500"/>
                        <a:t>Public API response time</a:t>
                      </a:r>
                    </a:p>
                  </a:txBody>
                  <a:tcPr/>
                </a:tc>
                <a:tc>
                  <a:txBody>
                    <a:bodyPr/>
                    <a:lstStyle/>
                    <a:p>
                      <a:pPr algn="ctr"/>
                      <a:r>
                        <a:rPr lang="en-US" sz="2500"/>
                        <a:t>≤ 500ms (p95)</a:t>
                      </a:r>
                    </a:p>
                  </a:txBody>
                  <a:tcPr/>
                </a:tc>
                <a:tc>
                  <a:txBody>
                    <a:bodyPr/>
                    <a:lstStyle/>
                    <a:p>
                      <a:pPr algn="ctr"/>
                      <a:r>
                        <a:rPr lang="en-US" sz="2500"/>
                        <a:t>Public REST API layer</a:t>
                      </a:r>
                    </a:p>
                  </a:txBody>
                  <a:tcPr/>
                </a:tc>
                <a:extLst>
                  <a:ext uri="{0D108BD9-81ED-4DB2-BD59-A6C34878D82A}">
                    <a16:rowId xmlns:a16="http://schemas.microsoft.com/office/drawing/2014/main" val="3960085949"/>
                  </a:ext>
                </a:extLst>
              </a:tr>
              <a:tr h="1421209">
                <a:tc>
                  <a:txBody>
                    <a:bodyPr/>
                    <a:lstStyle/>
                    <a:p>
                      <a:pPr algn="ctr"/>
                      <a:r>
                        <a:rPr lang="en-US" sz="2500"/>
                        <a:t>Usability</a:t>
                      </a:r>
                    </a:p>
                  </a:txBody>
                  <a:tcPr/>
                </a:tc>
                <a:tc>
                  <a:txBody>
                    <a:bodyPr/>
                    <a:lstStyle/>
                    <a:p>
                      <a:pPr algn="ctr"/>
                      <a:r>
                        <a:rPr lang="en-US" sz="2500"/>
                        <a:t>Alert acknowledgement time</a:t>
                      </a:r>
                    </a:p>
                  </a:txBody>
                  <a:tcPr/>
                </a:tc>
                <a:tc>
                  <a:txBody>
                    <a:bodyPr/>
                    <a:lstStyle/>
                    <a:p>
                      <a:pPr algn="ctr"/>
                      <a:r>
                        <a:rPr lang="en-US" sz="2500"/>
                        <a:t>≤ 30 sec</a:t>
                      </a:r>
                    </a:p>
                  </a:txBody>
                  <a:tcPr/>
                </a:tc>
                <a:tc>
                  <a:txBody>
                    <a:bodyPr/>
                    <a:lstStyle/>
                    <a:p>
                      <a:pPr marL="0" marR="0" lvl="0" indent="0" algn="ctr" defTabSz="1523848" rtl="0" eaLnBrk="1" fontAlgn="auto" latinLnBrk="0" hangingPunct="1">
                        <a:lnSpc>
                          <a:spcPct val="100000"/>
                        </a:lnSpc>
                        <a:spcBef>
                          <a:spcPts val="0"/>
                        </a:spcBef>
                        <a:spcAft>
                          <a:spcPts val="0"/>
                        </a:spcAft>
                        <a:buClrTx/>
                        <a:buSzTx/>
                        <a:buFontTx/>
                        <a:buNone/>
                        <a:tabLst/>
                        <a:defRPr/>
                      </a:pPr>
                      <a:r>
                        <a:rPr lang="en-US" sz="2500" kern="1200">
                          <a:solidFill>
                            <a:schemeClr val="dk1"/>
                          </a:solidFill>
                          <a:effectLst/>
                          <a:latin typeface="+mn-lt"/>
                          <a:ea typeface="+mn-ea"/>
                          <a:cs typeface="+mn-cs"/>
                        </a:rPr>
                        <a:t>PAC: isolated operator view</a:t>
                      </a:r>
                      <a:endParaRPr lang="en-US" sz="2500">
                        <a:effectLst/>
                      </a:endParaRPr>
                    </a:p>
                    <a:p>
                      <a:pPr algn="ctr"/>
                      <a:endParaRPr lang="en-US" sz="2500"/>
                    </a:p>
                  </a:txBody>
                  <a:tcPr/>
                </a:tc>
                <a:extLst>
                  <a:ext uri="{0D108BD9-81ED-4DB2-BD59-A6C34878D82A}">
                    <a16:rowId xmlns:a16="http://schemas.microsoft.com/office/drawing/2014/main" val="7641127"/>
                  </a:ext>
                </a:extLst>
              </a:tr>
              <a:tr h="1421209">
                <a:tc>
                  <a:txBody>
                    <a:bodyPr/>
                    <a:lstStyle/>
                    <a:p>
                      <a:pPr algn="ctr"/>
                      <a:r>
                        <a:rPr lang="en-US" sz="2500"/>
                        <a:t>Privacy</a:t>
                      </a:r>
                    </a:p>
                  </a:txBody>
                  <a:tcPr/>
                </a:tc>
                <a:tc>
                  <a:txBody>
                    <a:bodyPr/>
                    <a:lstStyle/>
                    <a:p>
                      <a:pPr algn="ctr"/>
                      <a:r>
                        <a:rPr lang="en-US" sz="2500"/>
                        <a:t>No Personally Identifiable Information collected</a:t>
                      </a:r>
                    </a:p>
                  </a:txBody>
                  <a:tcPr/>
                </a:tc>
                <a:tc>
                  <a:txBody>
                    <a:bodyPr/>
                    <a:lstStyle/>
                    <a:p>
                      <a:pPr algn="ctr"/>
                      <a:r>
                        <a:rPr lang="en-US" sz="2500"/>
                        <a:t>-</a:t>
                      </a:r>
                    </a:p>
                  </a:txBody>
                  <a:tcPr/>
                </a:tc>
                <a:tc>
                  <a:txBody>
                    <a:bodyPr/>
                    <a:lstStyle/>
                    <a:p>
                      <a:pPr algn="ctr"/>
                      <a:r>
                        <a:rPr lang="en-US" sz="2500"/>
                        <a:t>Data aggregated by zone only</a:t>
                      </a:r>
                    </a:p>
                  </a:txBody>
                  <a:tcPr/>
                </a:tc>
                <a:extLst>
                  <a:ext uri="{0D108BD9-81ED-4DB2-BD59-A6C34878D82A}">
                    <a16:rowId xmlns:a16="http://schemas.microsoft.com/office/drawing/2014/main" val="2954732062"/>
                  </a:ext>
                </a:extLst>
              </a:tr>
            </a:tbl>
          </a:graphicData>
        </a:graphic>
      </p:graphicFrame>
    </p:spTree>
    <p:extLst>
      <p:ext uri="{BB962C8B-B14F-4D97-AF65-F5344CB8AC3E}">
        <p14:creationId xmlns:p14="http://schemas.microsoft.com/office/powerpoint/2010/main" val="3633491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E5265-5FCF-4CBF-85AB-4B706CF782A1}"/>
            </a:ext>
          </a:extLst>
        </p:cNvPr>
        <p:cNvGrpSpPr/>
        <p:nvPr/>
      </p:nvGrpSpPr>
      <p:grpSpPr>
        <a:xfrm>
          <a:off x="0" y="0"/>
          <a:ext cx="0" cy="0"/>
          <a:chOff x="0" y="0"/>
          <a:chExt cx="0" cy="0"/>
        </a:xfrm>
      </p:grpSpPr>
      <p:pic>
        <p:nvPicPr>
          <p:cNvPr id="4" name="Picture Placeholder 3" descr="A diagram of a data distribution&#10;&#10;AI-generated content may be incorrect.">
            <a:extLst>
              <a:ext uri="{FF2B5EF4-FFF2-40B4-BE49-F238E27FC236}">
                <a16:creationId xmlns:a16="http://schemas.microsoft.com/office/drawing/2014/main" id="{A3D14F10-03EC-9AEA-72F0-409661846284}"/>
              </a:ext>
            </a:extLst>
          </p:cNvPr>
          <p:cNvPicPr>
            <a:picLocks noGrp="1" noChangeAspect="1"/>
          </p:cNvPicPr>
          <p:nvPr>
            <p:ph type="pic" sz="quarter" idx="15"/>
          </p:nvPr>
        </p:nvPicPr>
        <p:blipFill>
          <a:blip r:embed="rId2"/>
          <a:srcRect t="26345" b="26345"/>
          <a:stretch/>
        </p:blipFill>
        <p:spPr>
          <a:prstGeom prst="rect">
            <a:avLst/>
          </a:prstGeom>
        </p:spPr>
      </p:pic>
      <p:pic>
        <p:nvPicPr>
          <p:cNvPr id="8" name="Black Gradient">
            <a:extLst>
              <a:ext uri="{FF2B5EF4-FFF2-40B4-BE49-F238E27FC236}">
                <a16:creationId xmlns:a16="http://schemas.microsoft.com/office/drawing/2014/main" id="{6A209ABC-F7D2-4335-6FE4-C8FDCD0884E2}"/>
              </a:ext>
              <a:ext uri="{C183D7F6-B498-43B3-948B-1728B52AA6E4}">
                <adec:decorative xmlns:adec="http://schemas.microsoft.com/office/drawing/2017/decorative" val="1"/>
              </a:ext>
            </a:extLst>
          </p:cNvPr>
          <p:cNvPicPr>
            <a:picLocks noChangeAspect="1"/>
          </p:cNvPicPr>
          <p:nvPr/>
        </p:nvPicPr>
        <p:blipFill>
          <a:blip r:embed="rId3">
            <a:alphaModFix amt="90000"/>
          </a:blip>
          <a:stretch>
            <a:fillRect/>
          </a:stretch>
        </p:blipFill>
        <p:spPr>
          <a:xfrm>
            <a:off x="-2" y="-1"/>
            <a:ext cx="19667915" cy="9448799"/>
          </a:xfrm>
          <a:prstGeom prst="rect">
            <a:avLst/>
          </a:prstGeom>
          <a:effectLst>
            <a:outerShdw blurRad="50800" dist="50800" dir="5400000" algn="ctr" rotWithShape="0">
              <a:srgbClr val="000000">
                <a:alpha val="0"/>
              </a:srgbClr>
            </a:outerShdw>
          </a:effectLst>
        </p:spPr>
      </p:pic>
      <p:pic>
        <p:nvPicPr>
          <p:cNvPr id="2" name="BW-CirclePNG">
            <a:extLst>
              <a:ext uri="{FF2B5EF4-FFF2-40B4-BE49-F238E27FC236}">
                <a16:creationId xmlns:a16="http://schemas.microsoft.com/office/drawing/2014/main" id="{61128A69-F986-6AA0-E737-619B777F2A32}"/>
              </a:ext>
              <a:ext uri="{C183D7F6-B498-43B3-948B-1728B52AA6E4}">
                <adec:decorative xmlns:adec="http://schemas.microsoft.com/office/drawing/2017/decorative" val="1"/>
              </a:ext>
            </a:extLst>
          </p:cNvPr>
          <p:cNvPicPr>
            <a:picLocks noChangeAspect="1"/>
          </p:cNvPicPr>
          <p:nvPr/>
        </p:nvPicPr>
        <p:blipFill rotWithShape="1">
          <a:blip r:embed="rId4">
            <a:alphaModFix amt="30000"/>
          </a:blip>
          <a:srcRect l="33084" t="-2200" b="29904"/>
          <a:stretch/>
        </p:blipFill>
        <p:spPr>
          <a:xfrm>
            <a:off x="0" y="560438"/>
            <a:ext cx="8226710" cy="8888361"/>
          </a:xfrm>
          <a:prstGeom prst="rect">
            <a:avLst/>
          </a:prstGeom>
        </p:spPr>
      </p:pic>
      <p:sp>
        <p:nvSpPr>
          <p:cNvPr id="3" name="Title 2">
            <a:extLst>
              <a:ext uri="{FF2B5EF4-FFF2-40B4-BE49-F238E27FC236}">
                <a16:creationId xmlns:a16="http://schemas.microsoft.com/office/drawing/2014/main" id="{6B67BE3E-6D9A-4E98-2A3F-E7D4C1C59965}"/>
              </a:ext>
            </a:extLst>
          </p:cNvPr>
          <p:cNvSpPr>
            <a:spLocks noGrp="1"/>
          </p:cNvSpPr>
          <p:nvPr>
            <p:ph type="ctrTitle"/>
          </p:nvPr>
        </p:nvSpPr>
        <p:spPr/>
        <p:txBody>
          <a:bodyPr lIns="91440" tIns="45720" rIns="91440" bIns="45720" anchor="b" anchorCtr="0">
            <a:noAutofit/>
          </a:bodyPr>
          <a:lstStyle/>
          <a:p>
            <a:r>
              <a:rPr lang="en-US">
                <a:solidFill>
                  <a:schemeClr val="bg1"/>
                </a:solidFill>
                <a:cs typeface="Poppins"/>
              </a:rPr>
              <a:t>System Architecture</a:t>
            </a:r>
            <a:endParaRPr lang="en-US">
              <a:solidFill>
                <a:schemeClr val="bg1"/>
              </a:solidFill>
            </a:endParaRPr>
          </a:p>
        </p:txBody>
      </p:sp>
      <p:sp>
        <p:nvSpPr>
          <p:cNvPr id="5" name="Footer Placeholder 4">
            <a:extLst>
              <a:ext uri="{FF2B5EF4-FFF2-40B4-BE49-F238E27FC236}">
                <a16:creationId xmlns:a16="http://schemas.microsoft.com/office/drawing/2014/main" id="{9C1EA01E-9F49-417F-0F66-92FD7A850DB7}"/>
              </a:ext>
            </a:extLst>
          </p:cNvPr>
          <p:cNvSpPr>
            <a:spLocks noGrp="1"/>
          </p:cNvSpPr>
          <p:nvPr>
            <p:ph type="ftr" sz="quarter" idx="11"/>
          </p:nvPr>
        </p:nvSpPr>
        <p:spPr/>
        <p:txBody>
          <a:bodyPr/>
          <a:lstStyle/>
          <a:p>
            <a:endParaRPr lang="en-US"/>
          </a:p>
        </p:txBody>
      </p:sp>
      <p:sp>
        <p:nvSpPr>
          <p:cNvPr id="6" name="Date Placeholder 5">
            <a:extLst>
              <a:ext uri="{FF2B5EF4-FFF2-40B4-BE49-F238E27FC236}">
                <a16:creationId xmlns:a16="http://schemas.microsoft.com/office/drawing/2014/main" id="{801AF8AD-621E-750F-6C7B-5E79D1D7B9CB}"/>
              </a:ext>
            </a:extLst>
          </p:cNvPr>
          <p:cNvSpPr>
            <a:spLocks noGrp="1"/>
          </p:cNvSpPr>
          <p:nvPr>
            <p:ph type="dt" sz="half" idx="2"/>
          </p:nvPr>
        </p:nvSpPr>
        <p:spPr/>
        <p:txBody>
          <a:bodyPr/>
          <a:lstStyle/>
          <a:p>
            <a:fld id="{D2792E9C-7E5E-F14F-B049-5BFE22D713B7}" type="datetime4">
              <a:rPr lang="en-CA" smtClean="0"/>
              <a:t>April 12, 2026</a:t>
            </a:fld>
            <a:endParaRPr lang="en-US"/>
          </a:p>
        </p:txBody>
      </p:sp>
      <p:sp>
        <p:nvSpPr>
          <p:cNvPr id="7" name="Slide Number Placeholder 6">
            <a:extLst>
              <a:ext uri="{FF2B5EF4-FFF2-40B4-BE49-F238E27FC236}">
                <a16:creationId xmlns:a16="http://schemas.microsoft.com/office/drawing/2014/main" id="{710227BC-7DAD-30FB-5A94-2E435015A6A4}"/>
              </a:ext>
            </a:extLst>
          </p:cNvPr>
          <p:cNvSpPr>
            <a:spLocks noGrp="1"/>
          </p:cNvSpPr>
          <p:nvPr>
            <p:ph type="sldNum" sz="quarter" idx="12"/>
          </p:nvPr>
        </p:nvSpPr>
        <p:spPr/>
        <p:txBody>
          <a:bodyPr/>
          <a:lstStyle/>
          <a:p>
            <a:fld id="{991AB9B0-3E43-D847-B073-60FE8FAFFDB7}" type="slidenum">
              <a:rPr lang="en-US" smtClean="0"/>
              <a:pPr/>
              <a:t>7</a:t>
            </a:fld>
            <a:endParaRPr lang="en-US"/>
          </a:p>
        </p:txBody>
      </p:sp>
    </p:spTree>
    <p:extLst>
      <p:ext uri="{BB962C8B-B14F-4D97-AF65-F5344CB8AC3E}">
        <p14:creationId xmlns:p14="http://schemas.microsoft.com/office/powerpoint/2010/main" val="899110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8C169-B24E-0967-7FC9-02ABA0F1B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7F5DA4-F58D-9F2E-1F7C-CBDAC7BDD246}"/>
              </a:ext>
            </a:extLst>
          </p:cNvPr>
          <p:cNvSpPr>
            <a:spLocks noGrp="1"/>
          </p:cNvSpPr>
          <p:nvPr>
            <p:ph type="ctrTitle"/>
          </p:nvPr>
        </p:nvSpPr>
        <p:spPr>
          <a:xfrm>
            <a:off x="3706853" y="210208"/>
            <a:ext cx="12200853" cy="738817"/>
          </a:xfrm>
        </p:spPr>
        <p:txBody>
          <a:bodyPr lIns="91440" tIns="45720" rIns="91440" bIns="45720" anchor="t">
            <a:noAutofit/>
          </a:bodyPr>
          <a:lstStyle/>
          <a:p>
            <a:pPr algn="ctr"/>
            <a:r>
              <a:rPr lang="en-US">
                <a:cs typeface="Poppins"/>
              </a:rPr>
              <a:t>System Architecture Diagram</a:t>
            </a:r>
            <a:endParaRPr lang="en-US"/>
          </a:p>
        </p:txBody>
      </p:sp>
      <p:sp>
        <p:nvSpPr>
          <p:cNvPr id="6" name="Footer Placeholder 5">
            <a:extLst>
              <a:ext uri="{FF2B5EF4-FFF2-40B4-BE49-F238E27FC236}">
                <a16:creationId xmlns:a16="http://schemas.microsoft.com/office/drawing/2014/main" id="{919E6F4D-8B41-E8C3-AE9E-11FD6AC07614}"/>
              </a:ext>
            </a:extLst>
          </p:cNvPr>
          <p:cNvSpPr>
            <a:spLocks noGrp="1"/>
          </p:cNvSpPr>
          <p:nvPr>
            <p:ph type="ftr" sz="quarter" idx="21"/>
          </p:nvPr>
        </p:nvSpPr>
        <p:spPr/>
        <p:txBody>
          <a:bodyPr/>
          <a:lstStyle/>
          <a:p>
            <a:endParaRPr lang="en-US"/>
          </a:p>
        </p:txBody>
      </p:sp>
      <p:sp>
        <p:nvSpPr>
          <p:cNvPr id="7" name="Date Placeholder 6">
            <a:extLst>
              <a:ext uri="{FF2B5EF4-FFF2-40B4-BE49-F238E27FC236}">
                <a16:creationId xmlns:a16="http://schemas.microsoft.com/office/drawing/2014/main" id="{8F8E8A29-B697-65BB-359E-B254E9BF3B03}"/>
              </a:ext>
            </a:extLst>
          </p:cNvPr>
          <p:cNvSpPr>
            <a:spLocks noGrp="1"/>
          </p:cNvSpPr>
          <p:nvPr>
            <p:ph type="dt" sz="half" idx="2"/>
          </p:nvPr>
        </p:nvSpPr>
        <p:spPr/>
        <p:txBody>
          <a:bodyPr/>
          <a:lstStyle/>
          <a:p>
            <a:fld id="{D2792E9C-7E5E-F14F-B049-5BFE22D713B7}" type="datetime4">
              <a:rPr lang="en-CA" smtClean="0"/>
              <a:t>April 12, 2026</a:t>
            </a:fld>
            <a:endParaRPr lang="en-US"/>
          </a:p>
        </p:txBody>
      </p:sp>
      <p:sp>
        <p:nvSpPr>
          <p:cNvPr id="8" name="Slide Number Placeholder 7">
            <a:extLst>
              <a:ext uri="{FF2B5EF4-FFF2-40B4-BE49-F238E27FC236}">
                <a16:creationId xmlns:a16="http://schemas.microsoft.com/office/drawing/2014/main" id="{F19F3A4B-665A-C674-7783-9C9E744AADFD}"/>
              </a:ext>
            </a:extLst>
          </p:cNvPr>
          <p:cNvSpPr>
            <a:spLocks noGrp="1"/>
          </p:cNvSpPr>
          <p:nvPr>
            <p:ph type="sldNum" sz="quarter" idx="22"/>
          </p:nvPr>
        </p:nvSpPr>
        <p:spPr/>
        <p:txBody>
          <a:bodyPr/>
          <a:lstStyle/>
          <a:p>
            <a:fld id="{991AB9B0-3E43-D847-B073-60FE8FAFFDB7}" type="slidenum">
              <a:rPr lang="en-US" smtClean="0"/>
              <a:pPr/>
              <a:t>8</a:t>
            </a:fld>
            <a:endParaRPr lang="en-US"/>
          </a:p>
        </p:txBody>
      </p:sp>
      <p:pic>
        <p:nvPicPr>
          <p:cNvPr id="9" name="Content Placeholder 8">
            <a:extLst>
              <a:ext uri="{FF2B5EF4-FFF2-40B4-BE49-F238E27FC236}">
                <a16:creationId xmlns:a16="http://schemas.microsoft.com/office/drawing/2014/main" id="{ABABA265-6888-585B-CC03-4CFFB7DA8DA0}"/>
              </a:ext>
            </a:extLst>
          </p:cNvPr>
          <p:cNvPicPr>
            <a:picLocks noGrp="1" noChangeAspect="1"/>
          </p:cNvPicPr>
          <p:nvPr>
            <p:ph idx="19"/>
          </p:nvPr>
        </p:nvPicPr>
        <p:blipFill>
          <a:blip r:embed="rId2"/>
          <a:stretch>
            <a:fillRect/>
          </a:stretch>
        </p:blipFill>
        <p:spPr>
          <a:xfrm>
            <a:off x="5109859" y="1002812"/>
            <a:ext cx="9400200" cy="9234880"/>
          </a:xfrm>
          <a:prstGeom prst="rect">
            <a:avLst/>
          </a:prstGeom>
        </p:spPr>
      </p:pic>
    </p:spTree>
    <p:extLst>
      <p:ext uri="{BB962C8B-B14F-4D97-AF65-F5344CB8AC3E}">
        <p14:creationId xmlns:p14="http://schemas.microsoft.com/office/powerpoint/2010/main" val="4064383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49A09-D77A-4B39-7C13-8D14C17FEF50}"/>
            </a:ext>
          </a:extLst>
        </p:cNvPr>
        <p:cNvGrpSpPr/>
        <p:nvPr/>
      </p:nvGrpSpPr>
      <p:grpSpPr>
        <a:xfrm>
          <a:off x="0" y="0"/>
          <a:ext cx="0" cy="0"/>
          <a:chOff x="0" y="0"/>
          <a:chExt cx="0" cy="0"/>
        </a:xfrm>
      </p:grpSpPr>
      <p:sp>
        <p:nvSpPr>
          <p:cNvPr id="8" name="Date Placeholder 7">
            <a:extLst>
              <a:ext uri="{FF2B5EF4-FFF2-40B4-BE49-F238E27FC236}">
                <a16:creationId xmlns:a16="http://schemas.microsoft.com/office/drawing/2014/main" id="{AADEAEB9-637C-75F3-0CCE-6ABAA156B21F}"/>
              </a:ext>
            </a:extLst>
          </p:cNvPr>
          <p:cNvSpPr>
            <a:spLocks noGrp="1"/>
          </p:cNvSpPr>
          <p:nvPr>
            <p:ph type="dt" sz="half" idx="2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792E9C-7E5E-F14F-B049-5BFE22D713B7}" type="datetime4">
              <a:rPr kumimoji="0" lang="en-CA" sz="1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April 12, 2026</a:t>
            </a:fld>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 name="Slide Number Placeholder 8">
            <a:extLst>
              <a:ext uri="{FF2B5EF4-FFF2-40B4-BE49-F238E27FC236}">
                <a16:creationId xmlns:a16="http://schemas.microsoft.com/office/drawing/2014/main" id="{C386614B-032F-4E67-1884-A322034D631A}"/>
              </a:ext>
            </a:extLst>
          </p:cNvPr>
          <p:cNvSpPr>
            <a:spLocks noGrp="1"/>
          </p:cNvSpPr>
          <p:nvPr>
            <p:ph type="sldNum" sz="quarter" idx="2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91AB9B0-3E43-D847-B073-60FE8FAFFDB7}" type="slidenum">
              <a:rPr kumimoji="0" lang="en-US" sz="18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4" name="Table 3">
            <a:extLst>
              <a:ext uri="{FF2B5EF4-FFF2-40B4-BE49-F238E27FC236}">
                <a16:creationId xmlns:a16="http://schemas.microsoft.com/office/drawing/2014/main" id="{89C3DBAA-B60E-6795-1E20-9D6E8738575D}"/>
              </a:ext>
            </a:extLst>
          </p:cNvPr>
          <p:cNvGraphicFramePr>
            <a:graphicFrameLocks noGrp="1"/>
          </p:cNvGraphicFramePr>
          <p:nvPr>
            <p:extLst>
              <p:ext uri="{D42A27DB-BD31-4B8C-83A1-F6EECF244321}">
                <p14:modId xmlns:p14="http://schemas.microsoft.com/office/powerpoint/2010/main" val="1750464742"/>
              </p:ext>
            </p:extLst>
          </p:nvPr>
        </p:nvGraphicFramePr>
        <p:xfrm>
          <a:off x="2490037" y="2065521"/>
          <a:ext cx="15858292" cy="2489160"/>
        </p:xfrm>
        <a:graphic>
          <a:graphicData uri="http://schemas.openxmlformats.org/drawingml/2006/table">
            <a:tbl>
              <a:tblPr firstRow="1" bandRow="1">
                <a:tableStyleId>{5C22544A-7EE6-4342-B048-85BDC9FD1C3A}</a:tableStyleId>
              </a:tblPr>
              <a:tblGrid>
                <a:gridCol w="3892834">
                  <a:extLst>
                    <a:ext uri="{9D8B030D-6E8A-4147-A177-3AD203B41FA5}">
                      <a16:colId xmlns:a16="http://schemas.microsoft.com/office/drawing/2014/main" val="3686714332"/>
                    </a:ext>
                  </a:extLst>
                </a:gridCol>
                <a:gridCol w="4643717">
                  <a:extLst>
                    <a:ext uri="{9D8B030D-6E8A-4147-A177-3AD203B41FA5}">
                      <a16:colId xmlns:a16="http://schemas.microsoft.com/office/drawing/2014/main" val="1264204757"/>
                    </a:ext>
                  </a:extLst>
                </a:gridCol>
                <a:gridCol w="7321741">
                  <a:extLst>
                    <a:ext uri="{9D8B030D-6E8A-4147-A177-3AD203B41FA5}">
                      <a16:colId xmlns:a16="http://schemas.microsoft.com/office/drawing/2014/main" val="4258476083"/>
                    </a:ext>
                  </a:extLst>
                </a:gridCol>
              </a:tblGrid>
              <a:tr h="687483">
                <a:tc>
                  <a:txBody>
                    <a:bodyPr/>
                    <a:lstStyle/>
                    <a:p>
                      <a:pPr algn="ctr"/>
                      <a:r>
                        <a:rPr lang="en-US" sz="3500"/>
                        <a:t>What?</a:t>
                      </a:r>
                    </a:p>
                  </a:txBody>
                  <a:tcPr/>
                </a:tc>
                <a:tc>
                  <a:txBody>
                    <a:bodyPr/>
                    <a:lstStyle/>
                    <a:p>
                      <a:pPr marL="0" marR="0" lvl="0" indent="0" algn="ctr" defTabSz="1523848" rtl="0" eaLnBrk="1" fontAlgn="auto" latinLnBrk="0" hangingPunct="1">
                        <a:lnSpc>
                          <a:spcPct val="100000"/>
                        </a:lnSpc>
                        <a:spcBef>
                          <a:spcPts val="0"/>
                        </a:spcBef>
                        <a:spcAft>
                          <a:spcPts val="0"/>
                        </a:spcAft>
                        <a:buClrTx/>
                        <a:buSzTx/>
                        <a:buFontTx/>
                        <a:buNone/>
                        <a:tabLst/>
                        <a:defRPr/>
                      </a:pPr>
                      <a:r>
                        <a:rPr lang="en-US" sz="3500"/>
                        <a:t>Architecture Style</a:t>
                      </a:r>
                    </a:p>
                  </a:txBody>
                  <a:tcPr/>
                </a:tc>
                <a:tc>
                  <a:txBody>
                    <a:bodyPr/>
                    <a:lstStyle/>
                    <a:p>
                      <a:pPr algn="ctr"/>
                      <a:r>
                        <a:rPr lang="en-US" sz="3500"/>
                        <a:t>Why?</a:t>
                      </a:r>
                    </a:p>
                  </a:txBody>
                  <a:tcPr/>
                </a:tc>
                <a:extLst>
                  <a:ext uri="{0D108BD9-81ED-4DB2-BD59-A6C34878D82A}">
                    <a16:rowId xmlns:a16="http://schemas.microsoft.com/office/drawing/2014/main" val="2986910623"/>
                  </a:ext>
                </a:extLst>
              </a:tr>
              <a:tr h="1801677">
                <a:tc>
                  <a:txBody>
                    <a:bodyPr/>
                    <a:lstStyle/>
                    <a:p>
                      <a:pPr algn="ctr"/>
                      <a:r>
                        <a:rPr lang="en-US" sz="2500"/>
                        <a:t>Overall</a:t>
                      </a:r>
                    </a:p>
                  </a:txBody>
                  <a:tcPr/>
                </a:tc>
                <a:tc>
                  <a:txBody>
                    <a:bodyPr/>
                    <a:lstStyle/>
                    <a:p>
                      <a:pPr algn="ctr"/>
                      <a:r>
                        <a:rPr lang="en-US" sz="2500"/>
                        <a:t>PAC</a:t>
                      </a:r>
                    </a:p>
                  </a:txBody>
                  <a:tcPr/>
                </a:tc>
                <a:tc>
                  <a:txBody>
                    <a:bodyPr/>
                    <a:lstStyle/>
                    <a:p>
                      <a:pPr marL="457200" marR="0" lvl="0" indent="-457200" algn="l" defTabSz="152384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500"/>
                        <a:t>Operator, Admin, Public each needs isolated views</a:t>
                      </a:r>
                    </a:p>
                    <a:p>
                      <a:pPr marL="457200" marR="0" lvl="0" indent="-457200" algn="l" defTabSz="152384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500"/>
                        <a:t>Each agent owns its own data</a:t>
                      </a:r>
                    </a:p>
                    <a:p>
                      <a:pPr marL="457200" marR="0" lvl="0" indent="-457200" algn="l" defTabSz="152384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500"/>
                        <a:t>PAC prevents shared model coupling</a:t>
                      </a:r>
                    </a:p>
                  </a:txBody>
                  <a:tcPr/>
                </a:tc>
                <a:extLst>
                  <a:ext uri="{0D108BD9-81ED-4DB2-BD59-A6C34878D82A}">
                    <a16:rowId xmlns:a16="http://schemas.microsoft.com/office/drawing/2014/main" val="426905588"/>
                  </a:ext>
                </a:extLst>
              </a:tr>
            </a:tbl>
          </a:graphicData>
        </a:graphic>
      </p:graphicFrame>
      <p:sp>
        <p:nvSpPr>
          <p:cNvPr id="5" name="Title 1">
            <a:extLst>
              <a:ext uri="{FF2B5EF4-FFF2-40B4-BE49-F238E27FC236}">
                <a16:creationId xmlns:a16="http://schemas.microsoft.com/office/drawing/2014/main" id="{5A08C5C8-65C9-1D1D-1C2B-67103C838710}"/>
              </a:ext>
            </a:extLst>
          </p:cNvPr>
          <p:cNvSpPr>
            <a:spLocks noGrp="1"/>
          </p:cNvSpPr>
          <p:nvPr>
            <p:ph type="ctrTitle"/>
          </p:nvPr>
        </p:nvSpPr>
        <p:spPr>
          <a:xfrm>
            <a:off x="439200" y="457200"/>
            <a:ext cx="9719213" cy="738817"/>
          </a:xfrm>
        </p:spPr>
        <p:txBody>
          <a:bodyPr lIns="91440" tIns="45720" rIns="91440" bIns="45720" anchor="t">
            <a:noAutofit/>
          </a:bodyPr>
          <a:lstStyle/>
          <a:p>
            <a:r>
              <a:rPr lang="en-US">
                <a:cs typeface="Poppins"/>
              </a:rPr>
              <a:t>Rationale for Architecture Choices</a:t>
            </a:r>
            <a:endParaRPr lang="en-US"/>
          </a:p>
        </p:txBody>
      </p:sp>
      <p:sp>
        <p:nvSpPr>
          <p:cNvPr id="3" name="Rectangle: Rounded Corners 2">
            <a:extLst>
              <a:ext uri="{FF2B5EF4-FFF2-40B4-BE49-F238E27FC236}">
                <a16:creationId xmlns:a16="http://schemas.microsoft.com/office/drawing/2014/main" id="{9A8AE7FF-429B-A698-FF2D-56095D44A7FD}"/>
              </a:ext>
            </a:extLst>
          </p:cNvPr>
          <p:cNvSpPr/>
          <p:nvPr/>
        </p:nvSpPr>
        <p:spPr>
          <a:xfrm>
            <a:off x="4913322" y="4789897"/>
            <a:ext cx="4033453" cy="1649506"/>
          </a:xfrm>
          <a:prstGeom prst="roundRect">
            <a:avLst/>
          </a:prstGeom>
          <a:solidFill>
            <a:srgbClr val="4D4D4D"/>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000"/>
              <a:t>City Operator</a:t>
            </a:r>
          </a:p>
        </p:txBody>
      </p:sp>
      <p:sp>
        <p:nvSpPr>
          <p:cNvPr id="6" name="Rectangle: Rounded Corners 5">
            <a:extLst>
              <a:ext uri="{FF2B5EF4-FFF2-40B4-BE49-F238E27FC236}">
                <a16:creationId xmlns:a16="http://schemas.microsoft.com/office/drawing/2014/main" id="{F9CE3523-A030-25C4-7840-3EF614169BDE}"/>
              </a:ext>
            </a:extLst>
          </p:cNvPr>
          <p:cNvSpPr/>
          <p:nvPr/>
        </p:nvSpPr>
        <p:spPr>
          <a:xfrm>
            <a:off x="11515072" y="4789897"/>
            <a:ext cx="4033453" cy="1649506"/>
          </a:xfrm>
          <a:prstGeom prst="roundRect">
            <a:avLst/>
          </a:prstGeom>
          <a:solidFill>
            <a:srgbClr val="3C3489"/>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000"/>
              <a:t>Alerts &amp; maps</a:t>
            </a:r>
          </a:p>
        </p:txBody>
      </p:sp>
      <p:cxnSp>
        <p:nvCxnSpPr>
          <p:cNvPr id="14" name="Straight Arrow Connector 13">
            <a:extLst>
              <a:ext uri="{FF2B5EF4-FFF2-40B4-BE49-F238E27FC236}">
                <a16:creationId xmlns:a16="http://schemas.microsoft.com/office/drawing/2014/main" id="{5187BA3D-91BC-2D02-BBB1-A0AE38B2F861}"/>
              </a:ext>
            </a:extLst>
          </p:cNvPr>
          <p:cNvCxnSpPr>
            <a:cxnSpLocks/>
            <a:endCxn id="6" idx="1"/>
          </p:cNvCxnSpPr>
          <p:nvPr/>
        </p:nvCxnSpPr>
        <p:spPr>
          <a:xfrm>
            <a:off x="8946775" y="5614650"/>
            <a:ext cx="2568297" cy="0"/>
          </a:xfrm>
          <a:prstGeom prst="straightConnector1">
            <a:avLst/>
          </a:prstGeom>
          <a:ln w="38100" cap="flat" cmpd="sng" algn="ctr">
            <a:solidFill>
              <a:srgbClr val="1D9E7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AF95ACC8-42E5-58E7-4F21-5A0437D7BA1D}"/>
              </a:ext>
            </a:extLst>
          </p:cNvPr>
          <p:cNvSpPr txBox="1"/>
          <p:nvPr/>
        </p:nvSpPr>
        <p:spPr>
          <a:xfrm>
            <a:off x="9710971" y="5042722"/>
            <a:ext cx="1559859" cy="553998"/>
          </a:xfrm>
          <a:prstGeom prst="rect">
            <a:avLst/>
          </a:prstGeom>
          <a:noFill/>
        </p:spPr>
        <p:txBody>
          <a:bodyPr wrap="square" rtlCol="0">
            <a:spAutoFit/>
          </a:bodyPr>
          <a:lstStyle/>
          <a:p>
            <a:r>
              <a:rPr lang="en-US" sz="3000">
                <a:solidFill>
                  <a:schemeClr val="bg1"/>
                </a:solidFill>
              </a:rPr>
              <a:t>Views</a:t>
            </a:r>
          </a:p>
        </p:txBody>
      </p:sp>
      <p:sp>
        <p:nvSpPr>
          <p:cNvPr id="18" name="Rectangle: Rounded Corners 17">
            <a:extLst>
              <a:ext uri="{FF2B5EF4-FFF2-40B4-BE49-F238E27FC236}">
                <a16:creationId xmlns:a16="http://schemas.microsoft.com/office/drawing/2014/main" id="{9B8639DC-4F52-989D-40E0-CC43CAF26BE6}"/>
              </a:ext>
            </a:extLst>
          </p:cNvPr>
          <p:cNvSpPr/>
          <p:nvPr/>
        </p:nvSpPr>
        <p:spPr>
          <a:xfrm>
            <a:off x="4913322" y="6761969"/>
            <a:ext cx="4033453" cy="1649506"/>
          </a:xfrm>
          <a:prstGeom prst="roundRect">
            <a:avLst/>
          </a:prstGeom>
          <a:solidFill>
            <a:srgbClr val="4D4D4D"/>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000"/>
              <a:t>Sys Admin</a:t>
            </a:r>
          </a:p>
        </p:txBody>
      </p:sp>
      <p:sp>
        <p:nvSpPr>
          <p:cNvPr id="19" name="Rectangle: Rounded Corners 18">
            <a:extLst>
              <a:ext uri="{FF2B5EF4-FFF2-40B4-BE49-F238E27FC236}">
                <a16:creationId xmlns:a16="http://schemas.microsoft.com/office/drawing/2014/main" id="{F249DD36-19B5-6884-0555-578C11DCD6E4}"/>
              </a:ext>
            </a:extLst>
          </p:cNvPr>
          <p:cNvSpPr/>
          <p:nvPr/>
        </p:nvSpPr>
        <p:spPr>
          <a:xfrm>
            <a:off x="11515072" y="6761969"/>
            <a:ext cx="4033453" cy="1649506"/>
          </a:xfrm>
          <a:prstGeom prst="roundRect">
            <a:avLst/>
          </a:prstGeom>
          <a:solidFill>
            <a:srgbClr val="3C3489"/>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000"/>
              <a:t>Audit logs &amp; rules</a:t>
            </a:r>
          </a:p>
        </p:txBody>
      </p:sp>
      <p:cxnSp>
        <p:nvCxnSpPr>
          <p:cNvPr id="20" name="Straight Arrow Connector 19">
            <a:extLst>
              <a:ext uri="{FF2B5EF4-FFF2-40B4-BE49-F238E27FC236}">
                <a16:creationId xmlns:a16="http://schemas.microsoft.com/office/drawing/2014/main" id="{91B3D6C5-1298-22C0-DF2F-28E6436C1F49}"/>
              </a:ext>
            </a:extLst>
          </p:cNvPr>
          <p:cNvCxnSpPr>
            <a:cxnSpLocks/>
            <a:endCxn id="19" idx="1"/>
          </p:cNvCxnSpPr>
          <p:nvPr/>
        </p:nvCxnSpPr>
        <p:spPr>
          <a:xfrm>
            <a:off x="8946775" y="7586722"/>
            <a:ext cx="2568297" cy="0"/>
          </a:xfrm>
          <a:prstGeom prst="straightConnector1">
            <a:avLst/>
          </a:prstGeom>
          <a:ln w="38100" cap="flat" cmpd="sng" algn="ctr">
            <a:solidFill>
              <a:srgbClr val="1D9E7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 name="TextBox 20">
            <a:extLst>
              <a:ext uri="{FF2B5EF4-FFF2-40B4-BE49-F238E27FC236}">
                <a16:creationId xmlns:a16="http://schemas.microsoft.com/office/drawing/2014/main" id="{49A515B3-0C9A-282A-2134-22D8D59E016C}"/>
              </a:ext>
            </a:extLst>
          </p:cNvPr>
          <p:cNvSpPr txBox="1"/>
          <p:nvPr/>
        </p:nvSpPr>
        <p:spPr>
          <a:xfrm>
            <a:off x="9710971" y="7014794"/>
            <a:ext cx="1559859" cy="553998"/>
          </a:xfrm>
          <a:prstGeom prst="rect">
            <a:avLst/>
          </a:prstGeom>
          <a:noFill/>
        </p:spPr>
        <p:txBody>
          <a:bodyPr wrap="square" rtlCol="0">
            <a:spAutoFit/>
          </a:bodyPr>
          <a:lstStyle/>
          <a:p>
            <a:r>
              <a:rPr lang="en-US" sz="3000">
                <a:solidFill>
                  <a:schemeClr val="bg1"/>
                </a:solidFill>
              </a:rPr>
              <a:t>Views</a:t>
            </a:r>
          </a:p>
        </p:txBody>
      </p:sp>
      <p:sp>
        <p:nvSpPr>
          <p:cNvPr id="26" name="Rectangle: Rounded Corners 25">
            <a:extLst>
              <a:ext uri="{FF2B5EF4-FFF2-40B4-BE49-F238E27FC236}">
                <a16:creationId xmlns:a16="http://schemas.microsoft.com/office/drawing/2014/main" id="{BFE9B57E-2FEE-4447-898F-06598844A129}"/>
              </a:ext>
            </a:extLst>
          </p:cNvPr>
          <p:cNvSpPr/>
          <p:nvPr/>
        </p:nvSpPr>
        <p:spPr>
          <a:xfrm>
            <a:off x="4913322" y="8716110"/>
            <a:ext cx="4033453" cy="1649506"/>
          </a:xfrm>
          <a:prstGeom prst="roundRect">
            <a:avLst/>
          </a:prstGeom>
          <a:solidFill>
            <a:srgbClr val="4D4D4D"/>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000"/>
              <a:t>Public</a:t>
            </a:r>
          </a:p>
        </p:txBody>
      </p:sp>
      <p:sp>
        <p:nvSpPr>
          <p:cNvPr id="27" name="Rectangle: Rounded Corners 26">
            <a:extLst>
              <a:ext uri="{FF2B5EF4-FFF2-40B4-BE49-F238E27FC236}">
                <a16:creationId xmlns:a16="http://schemas.microsoft.com/office/drawing/2014/main" id="{10C38A1F-EBFB-042A-0738-844CFE677D70}"/>
              </a:ext>
            </a:extLst>
          </p:cNvPr>
          <p:cNvSpPr/>
          <p:nvPr/>
        </p:nvSpPr>
        <p:spPr>
          <a:xfrm>
            <a:off x="11515072" y="8716110"/>
            <a:ext cx="4033453" cy="1649506"/>
          </a:xfrm>
          <a:prstGeom prst="roundRect">
            <a:avLst/>
          </a:prstGeom>
          <a:solidFill>
            <a:srgbClr val="3C3489"/>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000"/>
              <a:t>Environmental data only</a:t>
            </a:r>
          </a:p>
        </p:txBody>
      </p:sp>
      <p:cxnSp>
        <p:nvCxnSpPr>
          <p:cNvPr id="28" name="Straight Arrow Connector 27">
            <a:extLst>
              <a:ext uri="{FF2B5EF4-FFF2-40B4-BE49-F238E27FC236}">
                <a16:creationId xmlns:a16="http://schemas.microsoft.com/office/drawing/2014/main" id="{5B6C9EC1-99E5-B944-122E-4071CD9A44FD}"/>
              </a:ext>
            </a:extLst>
          </p:cNvPr>
          <p:cNvCxnSpPr>
            <a:cxnSpLocks/>
            <a:endCxn id="27" idx="1"/>
          </p:cNvCxnSpPr>
          <p:nvPr/>
        </p:nvCxnSpPr>
        <p:spPr>
          <a:xfrm>
            <a:off x="8946775" y="9540863"/>
            <a:ext cx="2568297" cy="0"/>
          </a:xfrm>
          <a:prstGeom prst="straightConnector1">
            <a:avLst/>
          </a:prstGeom>
          <a:ln w="38100" cap="flat" cmpd="sng" algn="ctr">
            <a:solidFill>
              <a:srgbClr val="1D9E7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 name="TextBox 28">
            <a:extLst>
              <a:ext uri="{FF2B5EF4-FFF2-40B4-BE49-F238E27FC236}">
                <a16:creationId xmlns:a16="http://schemas.microsoft.com/office/drawing/2014/main" id="{3DE07A11-24CA-A3E0-FE3B-9AFEA000087E}"/>
              </a:ext>
            </a:extLst>
          </p:cNvPr>
          <p:cNvSpPr txBox="1"/>
          <p:nvPr/>
        </p:nvSpPr>
        <p:spPr>
          <a:xfrm>
            <a:off x="9710971" y="8968935"/>
            <a:ext cx="1559859" cy="553998"/>
          </a:xfrm>
          <a:prstGeom prst="rect">
            <a:avLst/>
          </a:prstGeom>
          <a:noFill/>
        </p:spPr>
        <p:txBody>
          <a:bodyPr wrap="square" rtlCol="0">
            <a:spAutoFit/>
          </a:bodyPr>
          <a:lstStyle/>
          <a:p>
            <a:r>
              <a:rPr lang="en-US" sz="3000">
                <a:solidFill>
                  <a:schemeClr val="bg1"/>
                </a:solidFill>
              </a:rPr>
              <a:t>Views</a:t>
            </a:r>
          </a:p>
        </p:txBody>
      </p:sp>
    </p:spTree>
    <p:extLst>
      <p:ext uri="{BB962C8B-B14F-4D97-AF65-F5344CB8AC3E}">
        <p14:creationId xmlns:p14="http://schemas.microsoft.com/office/powerpoint/2010/main" val="3836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692B7-E9CE-D8C8-3FC2-DF36D2AEC494}"/>
            </a:ext>
          </a:extLst>
        </p:cNvPr>
        <p:cNvGrpSpPr/>
        <p:nvPr/>
      </p:nvGrpSpPr>
      <p:grpSpPr>
        <a:xfrm>
          <a:off x="0" y="0"/>
          <a:ext cx="0" cy="0"/>
          <a:chOff x="0" y="0"/>
          <a:chExt cx="0" cy="0"/>
        </a:xfrm>
      </p:grpSpPr>
      <p:sp>
        <p:nvSpPr>
          <p:cNvPr id="8" name="Date Placeholder 7">
            <a:extLst>
              <a:ext uri="{FF2B5EF4-FFF2-40B4-BE49-F238E27FC236}">
                <a16:creationId xmlns:a16="http://schemas.microsoft.com/office/drawing/2014/main" id="{46CC6EA0-8695-49A4-C5D5-97D27C85ACD4}"/>
              </a:ext>
            </a:extLst>
          </p:cNvPr>
          <p:cNvSpPr>
            <a:spLocks noGrp="1"/>
          </p:cNvSpPr>
          <p:nvPr>
            <p:ph type="dt" sz="half" idx="2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792E9C-7E5E-F14F-B049-5BFE22D713B7}" type="datetime4">
              <a:rPr kumimoji="0" lang="en-CA" sz="1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April 12, 2026</a:t>
            </a:fld>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 name="Slide Number Placeholder 8">
            <a:extLst>
              <a:ext uri="{FF2B5EF4-FFF2-40B4-BE49-F238E27FC236}">
                <a16:creationId xmlns:a16="http://schemas.microsoft.com/office/drawing/2014/main" id="{ADCF77F8-C678-0FF4-1226-C0A8C96A96C1}"/>
              </a:ext>
            </a:extLst>
          </p:cNvPr>
          <p:cNvSpPr>
            <a:spLocks noGrp="1"/>
          </p:cNvSpPr>
          <p:nvPr>
            <p:ph type="sldNum" sz="quarter" idx="2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91AB9B0-3E43-D847-B073-60FE8FAFFDB7}" type="slidenum">
              <a:rPr kumimoji="0" lang="en-US" sz="18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Title 1">
            <a:extLst>
              <a:ext uri="{FF2B5EF4-FFF2-40B4-BE49-F238E27FC236}">
                <a16:creationId xmlns:a16="http://schemas.microsoft.com/office/drawing/2014/main" id="{CDED6FCF-2557-3BA9-4492-0975B07C4D55}"/>
              </a:ext>
            </a:extLst>
          </p:cNvPr>
          <p:cNvSpPr>
            <a:spLocks noGrp="1"/>
          </p:cNvSpPr>
          <p:nvPr>
            <p:ph type="ctrTitle"/>
          </p:nvPr>
        </p:nvSpPr>
        <p:spPr>
          <a:xfrm>
            <a:off x="439200" y="457200"/>
            <a:ext cx="9719213" cy="738817"/>
          </a:xfrm>
        </p:spPr>
        <p:txBody>
          <a:bodyPr lIns="91440" tIns="45720" rIns="91440" bIns="45720" anchor="t">
            <a:noAutofit/>
          </a:bodyPr>
          <a:lstStyle/>
          <a:p>
            <a:r>
              <a:rPr lang="en-US">
                <a:cs typeface="Poppins"/>
              </a:rPr>
              <a:t>Rationale for Architecture Choices</a:t>
            </a:r>
            <a:endParaRPr lang="en-US"/>
          </a:p>
        </p:txBody>
      </p:sp>
      <p:pic>
        <p:nvPicPr>
          <p:cNvPr id="22" name="Picture 21">
            <a:extLst>
              <a:ext uri="{FF2B5EF4-FFF2-40B4-BE49-F238E27FC236}">
                <a16:creationId xmlns:a16="http://schemas.microsoft.com/office/drawing/2014/main" id="{4B38FBD0-6DAD-77B4-7682-8FC2227041E7}"/>
              </a:ext>
            </a:extLst>
          </p:cNvPr>
          <p:cNvPicPr>
            <a:picLocks noChangeAspect="1"/>
          </p:cNvPicPr>
          <p:nvPr/>
        </p:nvPicPr>
        <p:blipFill>
          <a:blip r:embed="rId3"/>
          <a:stretch>
            <a:fillRect/>
          </a:stretch>
        </p:blipFill>
        <p:spPr>
          <a:xfrm>
            <a:off x="4629731" y="2026024"/>
            <a:ext cx="11057361" cy="8122023"/>
          </a:xfrm>
          <a:prstGeom prst="rect">
            <a:avLst/>
          </a:prstGeom>
        </p:spPr>
      </p:pic>
      <p:pic>
        <p:nvPicPr>
          <p:cNvPr id="2" name="Picture 1" descr="A black background with white text&#10;&#10;AI-generated content may be incorrect.">
            <a:extLst>
              <a:ext uri="{FF2B5EF4-FFF2-40B4-BE49-F238E27FC236}">
                <a16:creationId xmlns:a16="http://schemas.microsoft.com/office/drawing/2014/main" id="{0DB2962C-C37F-9062-2ABA-FC4975F5A20C}"/>
              </a:ext>
            </a:extLst>
          </p:cNvPr>
          <p:cNvPicPr>
            <a:picLocks noChangeAspect="1"/>
          </p:cNvPicPr>
          <p:nvPr/>
        </p:nvPicPr>
        <p:blipFill>
          <a:blip r:embed="rId4"/>
          <a:stretch>
            <a:fillRect/>
          </a:stretch>
        </p:blipFill>
        <p:spPr>
          <a:xfrm>
            <a:off x="341757" y="1027919"/>
            <a:ext cx="9474423" cy="1001508"/>
          </a:xfrm>
          <a:prstGeom prst="rect">
            <a:avLst/>
          </a:prstGeom>
        </p:spPr>
      </p:pic>
    </p:spTree>
    <p:extLst>
      <p:ext uri="{BB962C8B-B14F-4D97-AF65-F5344CB8AC3E}">
        <p14:creationId xmlns:p14="http://schemas.microsoft.com/office/powerpoint/2010/main" val="2106949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201C9-144A-D516-02BC-B4B704748D72}"/>
            </a:ext>
          </a:extLst>
        </p:cNvPr>
        <p:cNvGrpSpPr/>
        <p:nvPr/>
      </p:nvGrpSpPr>
      <p:grpSpPr>
        <a:xfrm>
          <a:off x="0" y="0"/>
          <a:ext cx="0" cy="0"/>
          <a:chOff x="0" y="0"/>
          <a:chExt cx="0" cy="0"/>
        </a:xfrm>
      </p:grpSpPr>
      <p:sp>
        <p:nvSpPr>
          <p:cNvPr id="8" name="Date Placeholder 7">
            <a:extLst>
              <a:ext uri="{FF2B5EF4-FFF2-40B4-BE49-F238E27FC236}">
                <a16:creationId xmlns:a16="http://schemas.microsoft.com/office/drawing/2014/main" id="{AB94097F-3686-4839-B87F-4AF2DB5B4539}"/>
              </a:ext>
            </a:extLst>
          </p:cNvPr>
          <p:cNvSpPr>
            <a:spLocks noGrp="1"/>
          </p:cNvSpPr>
          <p:nvPr>
            <p:ph type="dt" sz="half" idx="2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792E9C-7E5E-F14F-B049-5BFE22D713B7}" type="datetime4">
              <a:rPr kumimoji="0" lang="en-CA" sz="1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April 12, 2026</a:t>
            </a:fld>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 name="Slide Number Placeholder 8">
            <a:extLst>
              <a:ext uri="{FF2B5EF4-FFF2-40B4-BE49-F238E27FC236}">
                <a16:creationId xmlns:a16="http://schemas.microsoft.com/office/drawing/2014/main" id="{48BE819D-B7A9-6574-6C1A-F5E59CD25F1C}"/>
              </a:ext>
            </a:extLst>
          </p:cNvPr>
          <p:cNvSpPr>
            <a:spLocks noGrp="1"/>
          </p:cNvSpPr>
          <p:nvPr>
            <p:ph type="sldNum" sz="quarter" idx="2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91AB9B0-3E43-D847-B073-60FE8FAFFDB7}" type="slidenum">
              <a:rPr kumimoji="0" lang="en-US" sz="18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4" name="Table 3">
            <a:extLst>
              <a:ext uri="{FF2B5EF4-FFF2-40B4-BE49-F238E27FC236}">
                <a16:creationId xmlns:a16="http://schemas.microsoft.com/office/drawing/2014/main" id="{ADF7BC3A-F19B-B4A7-5001-937FE2AA841E}"/>
              </a:ext>
            </a:extLst>
          </p:cNvPr>
          <p:cNvGraphicFramePr>
            <a:graphicFrameLocks noGrp="1"/>
          </p:cNvGraphicFramePr>
          <p:nvPr>
            <p:extLst>
              <p:ext uri="{D42A27DB-BD31-4B8C-83A1-F6EECF244321}">
                <p14:modId xmlns:p14="http://schemas.microsoft.com/office/powerpoint/2010/main" val="1129931843"/>
              </p:ext>
            </p:extLst>
          </p:nvPr>
        </p:nvGraphicFramePr>
        <p:xfrm>
          <a:off x="2219219" y="2459752"/>
          <a:ext cx="15858292" cy="2240280"/>
        </p:xfrm>
        <a:graphic>
          <a:graphicData uri="http://schemas.openxmlformats.org/drawingml/2006/table">
            <a:tbl>
              <a:tblPr firstRow="1" bandRow="1">
                <a:tableStyleId>{5C22544A-7EE6-4342-B048-85BDC9FD1C3A}</a:tableStyleId>
              </a:tblPr>
              <a:tblGrid>
                <a:gridCol w="3892834">
                  <a:extLst>
                    <a:ext uri="{9D8B030D-6E8A-4147-A177-3AD203B41FA5}">
                      <a16:colId xmlns:a16="http://schemas.microsoft.com/office/drawing/2014/main" val="3686714332"/>
                    </a:ext>
                  </a:extLst>
                </a:gridCol>
                <a:gridCol w="4643717">
                  <a:extLst>
                    <a:ext uri="{9D8B030D-6E8A-4147-A177-3AD203B41FA5}">
                      <a16:colId xmlns:a16="http://schemas.microsoft.com/office/drawing/2014/main" val="1264204757"/>
                    </a:ext>
                  </a:extLst>
                </a:gridCol>
                <a:gridCol w="7321741">
                  <a:extLst>
                    <a:ext uri="{9D8B030D-6E8A-4147-A177-3AD203B41FA5}">
                      <a16:colId xmlns:a16="http://schemas.microsoft.com/office/drawing/2014/main" val="4258476083"/>
                    </a:ext>
                  </a:extLst>
                </a:gridCol>
              </a:tblGrid>
              <a:tr h="355879">
                <a:tc>
                  <a:txBody>
                    <a:bodyPr/>
                    <a:lstStyle/>
                    <a:p>
                      <a:pPr algn="ctr"/>
                      <a:r>
                        <a:rPr lang="en-US" sz="3500"/>
                        <a:t>What?</a:t>
                      </a:r>
                    </a:p>
                  </a:txBody>
                  <a:tcPr/>
                </a:tc>
                <a:tc>
                  <a:txBody>
                    <a:bodyPr/>
                    <a:lstStyle/>
                    <a:p>
                      <a:pPr marL="0" marR="0" lvl="0" indent="0" algn="ctr" defTabSz="1523848" rtl="0" eaLnBrk="1" fontAlgn="auto" latinLnBrk="0" hangingPunct="1">
                        <a:lnSpc>
                          <a:spcPct val="100000"/>
                        </a:lnSpc>
                        <a:spcBef>
                          <a:spcPts val="0"/>
                        </a:spcBef>
                        <a:spcAft>
                          <a:spcPts val="0"/>
                        </a:spcAft>
                        <a:buClrTx/>
                        <a:buSzTx/>
                        <a:buFontTx/>
                        <a:buNone/>
                        <a:tabLst/>
                        <a:defRPr/>
                      </a:pPr>
                      <a:r>
                        <a:rPr lang="en-US" sz="3500"/>
                        <a:t>Architecture Style</a:t>
                      </a:r>
                    </a:p>
                  </a:txBody>
                  <a:tcPr/>
                </a:tc>
                <a:tc>
                  <a:txBody>
                    <a:bodyPr/>
                    <a:lstStyle/>
                    <a:p>
                      <a:pPr algn="ctr"/>
                      <a:r>
                        <a:rPr lang="en-US" sz="3500"/>
                        <a:t>Why?</a:t>
                      </a:r>
                    </a:p>
                  </a:txBody>
                  <a:tcPr/>
                </a:tc>
                <a:extLst>
                  <a:ext uri="{0D108BD9-81ED-4DB2-BD59-A6C34878D82A}">
                    <a16:rowId xmlns:a16="http://schemas.microsoft.com/office/drawing/2014/main" val="2986910623"/>
                  </a:ext>
                </a:extLst>
              </a:tr>
              <a:tr h="370840">
                <a:tc>
                  <a:txBody>
                    <a:bodyPr/>
                    <a:lstStyle/>
                    <a:p>
                      <a:pPr algn="ctr"/>
                      <a:r>
                        <a:rPr lang="en-US" sz="2500" b="0"/>
                        <a:t>Telemetry Management</a:t>
                      </a:r>
                    </a:p>
                  </a:txBody>
                  <a:tcPr/>
                </a:tc>
                <a:tc>
                  <a:txBody>
                    <a:bodyPr/>
                    <a:lstStyle/>
                    <a:p>
                      <a:pPr algn="ctr"/>
                      <a:r>
                        <a:rPr lang="en-US" sz="2500" b="0"/>
                        <a:t>Pipe and Filter</a:t>
                      </a:r>
                    </a:p>
                  </a:txBody>
                  <a:tcPr/>
                </a:tc>
                <a:tc>
                  <a:txBody>
                    <a:bodyPr/>
                    <a:lstStyle/>
                    <a:p>
                      <a:pPr marL="457200" indent="-457200">
                        <a:buFont typeface="Arial" panose="020B0604020202020204" pitchFamily="34" charset="0"/>
                        <a:buChar char="•"/>
                      </a:pPr>
                      <a:r>
                        <a:rPr lang="en-US" sz="2500"/>
                        <a:t>Raw sensor reading validated for missing fields, out-of-range values, and timestamp drift before persisting</a:t>
                      </a:r>
                    </a:p>
                    <a:p>
                      <a:pPr marL="457200" indent="-457200">
                        <a:buFont typeface="Arial" panose="020B0604020202020204" pitchFamily="34" charset="0"/>
                        <a:buChar char="•"/>
                      </a:pPr>
                      <a:r>
                        <a:rPr lang="en-US" sz="2500"/>
                        <a:t>Each filter is stateless and independent</a:t>
                      </a:r>
                    </a:p>
                  </a:txBody>
                  <a:tcPr/>
                </a:tc>
                <a:extLst>
                  <a:ext uri="{0D108BD9-81ED-4DB2-BD59-A6C34878D82A}">
                    <a16:rowId xmlns:a16="http://schemas.microsoft.com/office/drawing/2014/main" val="426905588"/>
                  </a:ext>
                </a:extLst>
              </a:tr>
            </a:tbl>
          </a:graphicData>
        </a:graphic>
      </p:graphicFrame>
      <p:sp>
        <p:nvSpPr>
          <p:cNvPr id="5" name="Title 1">
            <a:extLst>
              <a:ext uri="{FF2B5EF4-FFF2-40B4-BE49-F238E27FC236}">
                <a16:creationId xmlns:a16="http://schemas.microsoft.com/office/drawing/2014/main" id="{83C45A94-FFCA-D160-8C60-BAC760E98AAC}"/>
              </a:ext>
            </a:extLst>
          </p:cNvPr>
          <p:cNvSpPr>
            <a:spLocks noGrp="1"/>
          </p:cNvSpPr>
          <p:nvPr>
            <p:ph type="ctrTitle"/>
          </p:nvPr>
        </p:nvSpPr>
        <p:spPr>
          <a:xfrm>
            <a:off x="439200" y="457200"/>
            <a:ext cx="9719213" cy="738817"/>
          </a:xfrm>
        </p:spPr>
        <p:txBody>
          <a:bodyPr lIns="91440" tIns="45720" rIns="91440" bIns="45720" anchor="t">
            <a:noAutofit/>
          </a:bodyPr>
          <a:lstStyle/>
          <a:p>
            <a:r>
              <a:rPr lang="en-US">
                <a:cs typeface="Poppins"/>
              </a:rPr>
              <a:t>Rationale for Architecture Choices</a:t>
            </a:r>
            <a:endParaRPr lang="en-US"/>
          </a:p>
        </p:txBody>
      </p:sp>
      <p:grpSp>
        <p:nvGrpSpPr>
          <p:cNvPr id="64" name="Group 63">
            <a:extLst>
              <a:ext uri="{FF2B5EF4-FFF2-40B4-BE49-F238E27FC236}">
                <a16:creationId xmlns:a16="http://schemas.microsoft.com/office/drawing/2014/main" id="{D69CB817-2FC4-0540-72E3-611CA3C7DB8E}"/>
              </a:ext>
            </a:extLst>
          </p:cNvPr>
          <p:cNvGrpSpPr/>
          <p:nvPr/>
        </p:nvGrpSpPr>
        <p:grpSpPr>
          <a:xfrm>
            <a:off x="2490037" y="5512218"/>
            <a:ext cx="14784062" cy="4079615"/>
            <a:chOff x="6136846" y="6255520"/>
            <a:chExt cx="8503920" cy="2036790"/>
          </a:xfrm>
        </p:grpSpPr>
        <p:sp>
          <p:nvSpPr>
            <p:cNvPr id="40" name="Shape 1">
              <a:extLst>
                <a:ext uri="{FF2B5EF4-FFF2-40B4-BE49-F238E27FC236}">
                  <a16:creationId xmlns:a16="http://schemas.microsoft.com/office/drawing/2014/main" id="{CFF758BA-CF49-39A9-F603-6C4D30115BD4}"/>
                </a:ext>
              </a:extLst>
            </p:cNvPr>
            <p:cNvSpPr/>
            <p:nvPr/>
          </p:nvSpPr>
          <p:spPr>
            <a:xfrm>
              <a:off x="6136846" y="6255520"/>
              <a:ext cx="1188720" cy="1280160"/>
            </a:xfrm>
            <a:prstGeom prst="rect">
              <a:avLst/>
            </a:prstGeom>
            <a:solidFill>
              <a:srgbClr val="4D4D4D"/>
            </a:solidFill>
            <a:ln w="12700">
              <a:solidFill>
                <a:srgbClr val="AAAAAA"/>
              </a:solidFill>
              <a:prstDash val="solid"/>
            </a:ln>
          </p:spPr>
          <p:txBody>
            <a:bodyPr/>
            <a:lstStyle/>
            <a:p>
              <a:endParaRPr lang="en-US"/>
            </a:p>
          </p:txBody>
        </p:sp>
        <p:sp>
          <p:nvSpPr>
            <p:cNvPr id="41" name="Text 2">
              <a:extLst>
                <a:ext uri="{FF2B5EF4-FFF2-40B4-BE49-F238E27FC236}">
                  <a16:creationId xmlns:a16="http://schemas.microsoft.com/office/drawing/2014/main" id="{506657F2-71F1-E44B-C910-104706696A9F}"/>
                </a:ext>
              </a:extLst>
            </p:cNvPr>
            <p:cNvSpPr/>
            <p:nvPr/>
          </p:nvSpPr>
          <p:spPr>
            <a:xfrm>
              <a:off x="6136846" y="6255520"/>
              <a:ext cx="1188720" cy="1280160"/>
            </a:xfrm>
            <a:prstGeom prst="rect">
              <a:avLst/>
            </a:prstGeom>
            <a:noFill/>
            <a:ln/>
          </p:spPr>
          <p:txBody>
            <a:bodyPr wrap="square" rtlCol="0" anchor="ctr"/>
            <a:lstStyle/>
            <a:p>
              <a:pPr marL="0" indent="0" algn="ctr">
                <a:buNone/>
              </a:pPr>
              <a:r>
                <a:rPr lang="en-US" sz="3000">
                  <a:solidFill>
                    <a:srgbClr val="FFFFFF"/>
                  </a:solidFill>
                  <a:latin typeface="Arial" panose="020B0604020202020204" pitchFamily="34" charset="0"/>
                  <a:ea typeface="Calibri" pitchFamily="34" charset="-122"/>
                  <a:cs typeface="Arial" panose="020B0604020202020204" pitchFamily="34" charset="0"/>
                </a:rPr>
                <a:t>HTTP</a:t>
              </a:r>
              <a:endParaRPr lang="en-US" sz="3000">
                <a:latin typeface="Arial" panose="020B0604020202020204" pitchFamily="34" charset="0"/>
                <a:cs typeface="Arial" panose="020B0604020202020204" pitchFamily="34" charset="0"/>
              </a:endParaRPr>
            </a:p>
            <a:p>
              <a:pPr marL="0" indent="0" algn="ctr">
                <a:buNone/>
              </a:pPr>
              <a:r>
                <a:rPr lang="en-US" sz="3000">
                  <a:solidFill>
                    <a:srgbClr val="FFFFFF"/>
                  </a:solidFill>
                  <a:latin typeface="Arial" panose="020B0604020202020204" pitchFamily="34" charset="0"/>
                  <a:ea typeface="Calibri" pitchFamily="34" charset="-122"/>
                  <a:cs typeface="Arial" panose="020B0604020202020204" pitchFamily="34" charset="0"/>
                </a:rPr>
                <a:t>JSON</a:t>
              </a:r>
            </a:p>
            <a:p>
              <a:pPr marL="0" indent="0" algn="ctr">
                <a:buNone/>
              </a:pPr>
              <a:r>
                <a:rPr lang="en-US" sz="3000">
                  <a:solidFill>
                    <a:srgbClr val="FFFFFF"/>
                  </a:solidFill>
                  <a:latin typeface="Arial" panose="020B0604020202020204" pitchFamily="34" charset="0"/>
                  <a:ea typeface="Calibri" pitchFamily="34" charset="-122"/>
                  <a:cs typeface="Arial" panose="020B0604020202020204" pitchFamily="34" charset="0"/>
                </a:rPr>
                <a:t>(Data Source)</a:t>
              </a:r>
              <a:endParaRPr lang="en-US" sz="3000">
                <a:latin typeface="Arial" panose="020B0604020202020204" pitchFamily="34" charset="0"/>
                <a:cs typeface="Arial" panose="020B0604020202020204" pitchFamily="34" charset="0"/>
              </a:endParaRPr>
            </a:p>
          </p:txBody>
        </p:sp>
        <p:sp>
          <p:nvSpPr>
            <p:cNvPr id="42" name="Shape 3">
              <a:extLst>
                <a:ext uri="{FF2B5EF4-FFF2-40B4-BE49-F238E27FC236}">
                  <a16:creationId xmlns:a16="http://schemas.microsoft.com/office/drawing/2014/main" id="{E91B0FC4-3D5A-0AC8-AA19-446A3813A061}"/>
                </a:ext>
              </a:extLst>
            </p:cNvPr>
            <p:cNvSpPr/>
            <p:nvPr/>
          </p:nvSpPr>
          <p:spPr>
            <a:xfrm>
              <a:off x="7325566" y="6813304"/>
              <a:ext cx="411480" cy="164592"/>
            </a:xfrm>
            <a:prstGeom prst="rect">
              <a:avLst/>
            </a:prstGeom>
            <a:solidFill>
              <a:srgbClr val="1D9E75"/>
            </a:solidFill>
            <a:ln w="12700">
              <a:solidFill>
                <a:srgbClr val="1D9E75"/>
              </a:solidFill>
              <a:prstDash val="solid"/>
            </a:ln>
          </p:spPr>
          <p:txBody>
            <a:bodyPr/>
            <a:lstStyle/>
            <a:p>
              <a:endParaRPr lang="en-US"/>
            </a:p>
          </p:txBody>
        </p:sp>
        <p:sp>
          <p:nvSpPr>
            <p:cNvPr id="43" name="Text 4">
              <a:extLst>
                <a:ext uri="{FF2B5EF4-FFF2-40B4-BE49-F238E27FC236}">
                  <a16:creationId xmlns:a16="http://schemas.microsoft.com/office/drawing/2014/main" id="{92B9FF06-101E-10F3-4B37-2B5DE0F9999A}"/>
                </a:ext>
              </a:extLst>
            </p:cNvPr>
            <p:cNvSpPr/>
            <p:nvPr/>
          </p:nvSpPr>
          <p:spPr>
            <a:xfrm>
              <a:off x="7325566" y="6557272"/>
              <a:ext cx="411480" cy="228600"/>
            </a:xfrm>
            <a:prstGeom prst="rect">
              <a:avLst/>
            </a:prstGeom>
            <a:noFill/>
            <a:ln/>
          </p:spPr>
          <p:txBody>
            <a:bodyPr wrap="square" rtlCol="0" anchor="ctr"/>
            <a:lstStyle/>
            <a:p>
              <a:pPr marL="0" indent="0" algn="ctr">
                <a:buNone/>
              </a:pPr>
              <a:r>
                <a:rPr lang="en-US" sz="2200">
                  <a:solidFill>
                    <a:srgbClr val="DDDDDD"/>
                  </a:solidFill>
                  <a:latin typeface="Arial" panose="020B0604020202020204" pitchFamily="34" charset="0"/>
                  <a:ea typeface="Calibri" pitchFamily="34" charset="-122"/>
                  <a:cs typeface="Arial" panose="020B0604020202020204" pitchFamily="34" charset="0"/>
                </a:rPr>
                <a:t>pipe</a:t>
              </a:r>
              <a:endParaRPr lang="en-US" sz="2200">
                <a:latin typeface="Arial" panose="020B0604020202020204" pitchFamily="34" charset="0"/>
                <a:cs typeface="Arial" panose="020B0604020202020204" pitchFamily="34" charset="0"/>
              </a:endParaRPr>
            </a:p>
          </p:txBody>
        </p:sp>
        <p:sp>
          <p:nvSpPr>
            <p:cNvPr id="44" name="Shape 5">
              <a:extLst>
                <a:ext uri="{FF2B5EF4-FFF2-40B4-BE49-F238E27FC236}">
                  <a16:creationId xmlns:a16="http://schemas.microsoft.com/office/drawing/2014/main" id="{99801C9E-6960-CC48-9938-8C09FBDEA20B}"/>
                </a:ext>
              </a:extLst>
            </p:cNvPr>
            <p:cNvSpPr/>
            <p:nvPr/>
          </p:nvSpPr>
          <p:spPr>
            <a:xfrm>
              <a:off x="7737046" y="6255520"/>
              <a:ext cx="1417320" cy="1280160"/>
            </a:xfrm>
            <a:prstGeom prst="rect">
              <a:avLst/>
            </a:prstGeom>
            <a:solidFill>
              <a:srgbClr val="085041"/>
            </a:solidFill>
            <a:ln w="19050">
              <a:solidFill>
                <a:srgbClr val="1D9E75"/>
              </a:solidFill>
              <a:prstDash val="solid"/>
            </a:ln>
          </p:spPr>
          <p:txBody>
            <a:bodyPr/>
            <a:lstStyle/>
            <a:p>
              <a:endParaRPr lang="en-US"/>
            </a:p>
          </p:txBody>
        </p:sp>
        <p:sp>
          <p:nvSpPr>
            <p:cNvPr id="45" name="Text 6">
              <a:extLst>
                <a:ext uri="{FF2B5EF4-FFF2-40B4-BE49-F238E27FC236}">
                  <a16:creationId xmlns:a16="http://schemas.microsoft.com/office/drawing/2014/main" id="{9DEF80B9-6766-794D-0683-FCE5A7554DFB}"/>
                </a:ext>
              </a:extLst>
            </p:cNvPr>
            <p:cNvSpPr/>
            <p:nvPr/>
          </p:nvSpPr>
          <p:spPr>
            <a:xfrm>
              <a:off x="7737046" y="6255520"/>
              <a:ext cx="1417320" cy="1280160"/>
            </a:xfrm>
            <a:prstGeom prst="rect">
              <a:avLst/>
            </a:prstGeom>
            <a:noFill/>
            <a:ln/>
          </p:spPr>
          <p:txBody>
            <a:bodyPr wrap="square" rtlCol="0" anchor="ctr"/>
            <a:lstStyle/>
            <a:p>
              <a:pPr marL="0" indent="0" algn="ctr">
                <a:buNone/>
              </a:pPr>
              <a:r>
                <a:rPr lang="en-US" sz="3000">
                  <a:solidFill>
                    <a:srgbClr val="FFFFFF"/>
                  </a:solidFill>
                  <a:latin typeface="Arial" panose="020B0604020202020204" pitchFamily="34" charset="0"/>
                  <a:ea typeface="Calibri" pitchFamily="34" charset="-122"/>
                  <a:cs typeface="Arial" panose="020B0604020202020204" pitchFamily="34" charset="0"/>
                </a:rPr>
                <a:t>Schema</a:t>
              </a:r>
              <a:endParaRPr lang="en-US" sz="3000">
                <a:latin typeface="Arial" panose="020B0604020202020204" pitchFamily="34" charset="0"/>
                <a:cs typeface="Arial" panose="020B0604020202020204" pitchFamily="34" charset="0"/>
              </a:endParaRPr>
            </a:p>
            <a:p>
              <a:pPr marL="0" indent="0" algn="ctr">
                <a:buNone/>
              </a:pPr>
              <a:r>
                <a:rPr lang="en-US" sz="3000">
                  <a:solidFill>
                    <a:srgbClr val="FFFFFF"/>
                  </a:solidFill>
                  <a:latin typeface="Arial" panose="020B0604020202020204" pitchFamily="34" charset="0"/>
                  <a:ea typeface="Calibri" pitchFamily="34" charset="-122"/>
                  <a:cs typeface="Arial" panose="020B0604020202020204" pitchFamily="34" charset="0"/>
                </a:rPr>
                <a:t>filter 1</a:t>
              </a:r>
              <a:endParaRPr lang="en-US" sz="3000">
                <a:latin typeface="Arial" panose="020B0604020202020204" pitchFamily="34" charset="0"/>
                <a:cs typeface="Arial" panose="020B0604020202020204" pitchFamily="34" charset="0"/>
              </a:endParaRPr>
            </a:p>
          </p:txBody>
        </p:sp>
        <p:sp>
          <p:nvSpPr>
            <p:cNvPr id="46" name="Shape 7">
              <a:extLst>
                <a:ext uri="{FF2B5EF4-FFF2-40B4-BE49-F238E27FC236}">
                  <a16:creationId xmlns:a16="http://schemas.microsoft.com/office/drawing/2014/main" id="{F5A8D50C-1DD0-8705-6CA4-E85965567F42}"/>
                </a:ext>
              </a:extLst>
            </p:cNvPr>
            <p:cNvSpPr/>
            <p:nvPr/>
          </p:nvSpPr>
          <p:spPr>
            <a:xfrm>
              <a:off x="9154366" y="6813304"/>
              <a:ext cx="411480" cy="164592"/>
            </a:xfrm>
            <a:prstGeom prst="rect">
              <a:avLst/>
            </a:prstGeom>
            <a:solidFill>
              <a:srgbClr val="1D9E75"/>
            </a:solidFill>
            <a:ln w="12700">
              <a:solidFill>
                <a:srgbClr val="1D9E75"/>
              </a:solidFill>
              <a:prstDash val="solid"/>
            </a:ln>
          </p:spPr>
          <p:txBody>
            <a:bodyPr/>
            <a:lstStyle/>
            <a:p>
              <a:endParaRPr lang="en-US"/>
            </a:p>
          </p:txBody>
        </p:sp>
        <p:sp>
          <p:nvSpPr>
            <p:cNvPr id="47" name="Text 8">
              <a:extLst>
                <a:ext uri="{FF2B5EF4-FFF2-40B4-BE49-F238E27FC236}">
                  <a16:creationId xmlns:a16="http://schemas.microsoft.com/office/drawing/2014/main" id="{3A6394ED-D861-B43C-A7E7-16C819E23EF5}"/>
                </a:ext>
              </a:extLst>
            </p:cNvPr>
            <p:cNvSpPr/>
            <p:nvPr/>
          </p:nvSpPr>
          <p:spPr>
            <a:xfrm>
              <a:off x="9154366" y="6557272"/>
              <a:ext cx="411480" cy="228600"/>
            </a:xfrm>
            <a:prstGeom prst="rect">
              <a:avLst/>
            </a:prstGeom>
            <a:noFill/>
            <a:ln/>
          </p:spPr>
          <p:txBody>
            <a:bodyPr wrap="square" rtlCol="0" anchor="ctr"/>
            <a:lstStyle/>
            <a:p>
              <a:pPr marL="0" indent="0" algn="ctr">
                <a:buNone/>
              </a:pPr>
              <a:r>
                <a:rPr lang="en-US" sz="2200">
                  <a:solidFill>
                    <a:srgbClr val="DDDDDD"/>
                  </a:solidFill>
                  <a:latin typeface="Arial" panose="020B0604020202020204" pitchFamily="34" charset="0"/>
                  <a:ea typeface="Calibri" pitchFamily="34" charset="-122"/>
                  <a:cs typeface="Arial" panose="020B0604020202020204" pitchFamily="34" charset="0"/>
                </a:rPr>
                <a:t>pipe</a:t>
              </a:r>
              <a:endParaRPr lang="en-US" sz="2200">
                <a:latin typeface="Arial" panose="020B0604020202020204" pitchFamily="34" charset="0"/>
                <a:cs typeface="Arial" panose="020B0604020202020204" pitchFamily="34" charset="0"/>
              </a:endParaRPr>
            </a:p>
          </p:txBody>
        </p:sp>
        <p:sp>
          <p:nvSpPr>
            <p:cNvPr id="48" name="Shape 9">
              <a:extLst>
                <a:ext uri="{FF2B5EF4-FFF2-40B4-BE49-F238E27FC236}">
                  <a16:creationId xmlns:a16="http://schemas.microsoft.com/office/drawing/2014/main" id="{56F10967-B14D-0D82-A0F1-8AA270AABD0D}"/>
                </a:ext>
              </a:extLst>
            </p:cNvPr>
            <p:cNvSpPr/>
            <p:nvPr/>
          </p:nvSpPr>
          <p:spPr>
            <a:xfrm>
              <a:off x="9565846" y="6255520"/>
              <a:ext cx="1417320" cy="1280160"/>
            </a:xfrm>
            <a:prstGeom prst="rect">
              <a:avLst/>
            </a:prstGeom>
            <a:solidFill>
              <a:srgbClr val="085041"/>
            </a:solidFill>
            <a:ln w="19050">
              <a:solidFill>
                <a:srgbClr val="1D9E75"/>
              </a:solidFill>
              <a:prstDash val="solid"/>
            </a:ln>
          </p:spPr>
          <p:txBody>
            <a:bodyPr/>
            <a:lstStyle/>
            <a:p>
              <a:endParaRPr lang="en-US"/>
            </a:p>
          </p:txBody>
        </p:sp>
        <p:sp>
          <p:nvSpPr>
            <p:cNvPr id="49" name="Text 10">
              <a:extLst>
                <a:ext uri="{FF2B5EF4-FFF2-40B4-BE49-F238E27FC236}">
                  <a16:creationId xmlns:a16="http://schemas.microsoft.com/office/drawing/2014/main" id="{34F2AAC3-52B7-6A1C-D44D-155F04E1736D}"/>
                </a:ext>
              </a:extLst>
            </p:cNvPr>
            <p:cNvSpPr/>
            <p:nvPr/>
          </p:nvSpPr>
          <p:spPr>
            <a:xfrm>
              <a:off x="9565846" y="6255520"/>
              <a:ext cx="1417320" cy="1280160"/>
            </a:xfrm>
            <a:prstGeom prst="rect">
              <a:avLst/>
            </a:prstGeom>
            <a:noFill/>
            <a:ln/>
          </p:spPr>
          <p:txBody>
            <a:bodyPr wrap="square" rtlCol="0" anchor="ctr"/>
            <a:lstStyle/>
            <a:p>
              <a:pPr marL="0" indent="0" algn="ctr">
                <a:buNone/>
              </a:pPr>
              <a:r>
                <a:rPr lang="en-US" sz="3000">
                  <a:solidFill>
                    <a:srgbClr val="FFFFFF"/>
                  </a:solidFill>
                  <a:latin typeface="Arial" panose="020B0604020202020204" pitchFamily="34" charset="0"/>
                  <a:ea typeface="Calibri" pitchFamily="34" charset="-122"/>
                  <a:cs typeface="Arial" panose="020B0604020202020204" pitchFamily="34" charset="0"/>
                </a:rPr>
                <a:t>Range</a:t>
              </a:r>
              <a:endParaRPr lang="en-US" sz="3000">
                <a:latin typeface="Arial" panose="020B0604020202020204" pitchFamily="34" charset="0"/>
                <a:cs typeface="Arial" panose="020B0604020202020204" pitchFamily="34" charset="0"/>
              </a:endParaRPr>
            </a:p>
            <a:p>
              <a:pPr marL="0" indent="0" algn="ctr">
                <a:buNone/>
              </a:pPr>
              <a:r>
                <a:rPr lang="en-US" sz="3000">
                  <a:solidFill>
                    <a:srgbClr val="FFFFFF"/>
                  </a:solidFill>
                  <a:latin typeface="Arial" panose="020B0604020202020204" pitchFamily="34" charset="0"/>
                  <a:ea typeface="Calibri" pitchFamily="34" charset="-122"/>
                  <a:cs typeface="Arial" panose="020B0604020202020204" pitchFamily="34" charset="0"/>
                </a:rPr>
                <a:t>filter 2</a:t>
              </a:r>
              <a:endParaRPr lang="en-US" sz="3000">
                <a:latin typeface="Arial" panose="020B0604020202020204" pitchFamily="34" charset="0"/>
                <a:cs typeface="Arial" panose="020B0604020202020204" pitchFamily="34" charset="0"/>
              </a:endParaRPr>
            </a:p>
          </p:txBody>
        </p:sp>
        <p:sp>
          <p:nvSpPr>
            <p:cNvPr id="50" name="Shape 11">
              <a:extLst>
                <a:ext uri="{FF2B5EF4-FFF2-40B4-BE49-F238E27FC236}">
                  <a16:creationId xmlns:a16="http://schemas.microsoft.com/office/drawing/2014/main" id="{B8142901-06E5-B0F5-1B26-11226FF7CF0C}"/>
                </a:ext>
              </a:extLst>
            </p:cNvPr>
            <p:cNvSpPr/>
            <p:nvPr/>
          </p:nvSpPr>
          <p:spPr>
            <a:xfrm>
              <a:off x="10983166" y="6813304"/>
              <a:ext cx="411480" cy="164592"/>
            </a:xfrm>
            <a:prstGeom prst="rect">
              <a:avLst/>
            </a:prstGeom>
            <a:solidFill>
              <a:srgbClr val="1D9E75"/>
            </a:solidFill>
            <a:ln w="12700">
              <a:solidFill>
                <a:srgbClr val="1D9E75"/>
              </a:solidFill>
              <a:prstDash val="solid"/>
            </a:ln>
          </p:spPr>
          <p:txBody>
            <a:bodyPr/>
            <a:lstStyle/>
            <a:p>
              <a:endParaRPr lang="en-US"/>
            </a:p>
          </p:txBody>
        </p:sp>
        <p:sp>
          <p:nvSpPr>
            <p:cNvPr id="51" name="Text 12">
              <a:extLst>
                <a:ext uri="{FF2B5EF4-FFF2-40B4-BE49-F238E27FC236}">
                  <a16:creationId xmlns:a16="http://schemas.microsoft.com/office/drawing/2014/main" id="{44053815-D85E-2AED-0134-13FF622E7F05}"/>
                </a:ext>
              </a:extLst>
            </p:cNvPr>
            <p:cNvSpPr/>
            <p:nvPr/>
          </p:nvSpPr>
          <p:spPr>
            <a:xfrm>
              <a:off x="10983166" y="6557272"/>
              <a:ext cx="411480" cy="228600"/>
            </a:xfrm>
            <a:prstGeom prst="rect">
              <a:avLst/>
            </a:prstGeom>
            <a:noFill/>
            <a:ln/>
          </p:spPr>
          <p:txBody>
            <a:bodyPr wrap="square" rtlCol="0" anchor="ctr"/>
            <a:lstStyle/>
            <a:p>
              <a:pPr marL="0" indent="0" algn="ctr">
                <a:buNone/>
              </a:pPr>
              <a:r>
                <a:rPr lang="en-US" sz="2200">
                  <a:solidFill>
                    <a:srgbClr val="DDDDDD"/>
                  </a:solidFill>
                  <a:latin typeface="Arial" panose="020B0604020202020204" pitchFamily="34" charset="0"/>
                  <a:ea typeface="Calibri" pitchFamily="34" charset="-122"/>
                  <a:cs typeface="Arial" panose="020B0604020202020204" pitchFamily="34" charset="0"/>
                </a:rPr>
                <a:t>pipe</a:t>
              </a:r>
              <a:endParaRPr lang="en-US" sz="2200">
                <a:latin typeface="Arial" panose="020B0604020202020204" pitchFamily="34" charset="0"/>
                <a:cs typeface="Arial" panose="020B0604020202020204" pitchFamily="34" charset="0"/>
              </a:endParaRPr>
            </a:p>
          </p:txBody>
        </p:sp>
        <p:sp>
          <p:nvSpPr>
            <p:cNvPr id="52" name="Shape 13">
              <a:extLst>
                <a:ext uri="{FF2B5EF4-FFF2-40B4-BE49-F238E27FC236}">
                  <a16:creationId xmlns:a16="http://schemas.microsoft.com/office/drawing/2014/main" id="{FDBBF522-2A69-0187-B96C-74F7B258F7D0}"/>
                </a:ext>
              </a:extLst>
            </p:cNvPr>
            <p:cNvSpPr/>
            <p:nvPr/>
          </p:nvSpPr>
          <p:spPr>
            <a:xfrm>
              <a:off x="11394646" y="6255520"/>
              <a:ext cx="1417320" cy="1280160"/>
            </a:xfrm>
            <a:prstGeom prst="rect">
              <a:avLst/>
            </a:prstGeom>
            <a:solidFill>
              <a:srgbClr val="085041"/>
            </a:solidFill>
            <a:ln w="19050">
              <a:solidFill>
                <a:srgbClr val="1D9E75"/>
              </a:solidFill>
              <a:prstDash val="solid"/>
            </a:ln>
          </p:spPr>
          <p:txBody>
            <a:bodyPr/>
            <a:lstStyle/>
            <a:p>
              <a:endParaRPr lang="en-US"/>
            </a:p>
          </p:txBody>
        </p:sp>
        <p:sp>
          <p:nvSpPr>
            <p:cNvPr id="53" name="Text 14">
              <a:extLst>
                <a:ext uri="{FF2B5EF4-FFF2-40B4-BE49-F238E27FC236}">
                  <a16:creationId xmlns:a16="http://schemas.microsoft.com/office/drawing/2014/main" id="{781773C5-CE15-3B37-C35C-4E849757F15E}"/>
                </a:ext>
              </a:extLst>
            </p:cNvPr>
            <p:cNvSpPr/>
            <p:nvPr/>
          </p:nvSpPr>
          <p:spPr>
            <a:xfrm>
              <a:off x="11394646" y="6255520"/>
              <a:ext cx="1417320" cy="1280160"/>
            </a:xfrm>
            <a:prstGeom prst="rect">
              <a:avLst/>
            </a:prstGeom>
            <a:noFill/>
            <a:ln/>
          </p:spPr>
          <p:txBody>
            <a:bodyPr wrap="square" rtlCol="0" anchor="ctr"/>
            <a:lstStyle/>
            <a:p>
              <a:pPr marL="0" indent="0" algn="ctr">
                <a:buNone/>
              </a:pPr>
              <a:r>
                <a:rPr lang="en-US" sz="3000">
                  <a:solidFill>
                    <a:srgbClr val="FFFFFF"/>
                  </a:solidFill>
                  <a:latin typeface="Arial" panose="020B0604020202020204" pitchFamily="34" charset="0"/>
                  <a:ea typeface="Calibri" pitchFamily="34" charset="-122"/>
                  <a:cs typeface="Arial" panose="020B0604020202020204" pitchFamily="34" charset="0"/>
                </a:rPr>
                <a:t>Timestamp</a:t>
              </a:r>
              <a:endParaRPr lang="en-US" sz="3000">
                <a:latin typeface="Arial" panose="020B0604020202020204" pitchFamily="34" charset="0"/>
                <a:cs typeface="Arial" panose="020B0604020202020204" pitchFamily="34" charset="0"/>
              </a:endParaRPr>
            </a:p>
            <a:p>
              <a:pPr marL="0" indent="0" algn="ctr">
                <a:buNone/>
              </a:pPr>
              <a:r>
                <a:rPr lang="en-US" sz="3000">
                  <a:solidFill>
                    <a:srgbClr val="FFFFFF"/>
                  </a:solidFill>
                  <a:latin typeface="Arial" panose="020B0604020202020204" pitchFamily="34" charset="0"/>
                  <a:ea typeface="Calibri" pitchFamily="34" charset="-122"/>
                  <a:cs typeface="Arial" panose="020B0604020202020204" pitchFamily="34" charset="0"/>
                </a:rPr>
                <a:t>filter 3</a:t>
              </a:r>
              <a:endParaRPr lang="en-US" sz="3000">
                <a:latin typeface="Arial" panose="020B0604020202020204" pitchFamily="34" charset="0"/>
                <a:cs typeface="Arial" panose="020B0604020202020204" pitchFamily="34" charset="0"/>
              </a:endParaRPr>
            </a:p>
          </p:txBody>
        </p:sp>
        <p:sp>
          <p:nvSpPr>
            <p:cNvPr id="54" name="Shape 15">
              <a:extLst>
                <a:ext uri="{FF2B5EF4-FFF2-40B4-BE49-F238E27FC236}">
                  <a16:creationId xmlns:a16="http://schemas.microsoft.com/office/drawing/2014/main" id="{CD01907C-0A37-CAE8-9C4A-A99378C33A0A}"/>
                </a:ext>
              </a:extLst>
            </p:cNvPr>
            <p:cNvSpPr/>
            <p:nvPr/>
          </p:nvSpPr>
          <p:spPr>
            <a:xfrm>
              <a:off x="12811966" y="6813304"/>
              <a:ext cx="411480" cy="164592"/>
            </a:xfrm>
            <a:prstGeom prst="rect">
              <a:avLst/>
            </a:prstGeom>
            <a:solidFill>
              <a:srgbClr val="1D9E75"/>
            </a:solidFill>
            <a:ln w="12700">
              <a:solidFill>
                <a:srgbClr val="1D9E75"/>
              </a:solidFill>
              <a:prstDash val="solid"/>
            </a:ln>
          </p:spPr>
          <p:txBody>
            <a:bodyPr/>
            <a:lstStyle/>
            <a:p>
              <a:endParaRPr lang="en-US"/>
            </a:p>
          </p:txBody>
        </p:sp>
        <p:sp>
          <p:nvSpPr>
            <p:cNvPr id="55" name="Text 16">
              <a:extLst>
                <a:ext uri="{FF2B5EF4-FFF2-40B4-BE49-F238E27FC236}">
                  <a16:creationId xmlns:a16="http://schemas.microsoft.com/office/drawing/2014/main" id="{72ABB138-B854-A5B5-34F9-293C488AD1D9}"/>
                </a:ext>
              </a:extLst>
            </p:cNvPr>
            <p:cNvSpPr/>
            <p:nvPr/>
          </p:nvSpPr>
          <p:spPr>
            <a:xfrm>
              <a:off x="12811966" y="6557272"/>
              <a:ext cx="411480" cy="228600"/>
            </a:xfrm>
            <a:prstGeom prst="rect">
              <a:avLst/>
            </a:prstGeom>
            <a:noFill/>
            <a:ln/>
          </p:spPr>
          <p:txBody>
            <a:bodyPr wrap="square" rtlCol="0" anchor="ctr"/>
            <a:lstStyle/>
            <a:p>
              <a:pPr marL="0" indent="0" algn="ctr">
                <a:buNone/>
              </a:pPr>
              <a:r>
                <a:rPr lang="en-US" sz="2200">
                  <a:solidFill>
                    <a:srgbClr val="DDDDDD"/>
                  </a:solidFill>
                  <a:latin typeface="Arial" panose="020B0604020202020204" pitchFamily="34" charset="0"/>
                  <a:ea typeface="Calibri" pitchFamily="34" charset="-122"/>
                  <a:cs typeface="Arial" panose="020B0604020202020204" pitchFamily="34" charset="0"/>
                </a:rPr>
                <a:t>pipe</a:t>
              </a:r>
              <a:endParaRPr lang="en-US" sz="2200">
                <a:latin typeface="Arial" panose="020B0604020202020204" pitchFamily="34" charset="0"/>
                <a:cs typeface="Arial" panose="020B0604020202020204" pitchFamily="34" charset="0"/>
              </a:endParaRPr>
            </a:p>
          </p:txBody>
        </p:sp>
        <p:sp>
          <p:nvSpPr>
            <p:cNvPr id="56" name="Shape 17">
              <a:extLst>
                <a:ext uri="{FF2B5EF4-FFF2-40B4-BE49-F238E27FC236}">
                  <a16:creationId xmlns:a16="http://schemas.microsoft.com/office/drawing/2014/main" id="{3D0E8086-8C64-591F-EE50-EB7B26AC4D20}"/>
                </a:ext>
              </a:extLst>
            </p:cNvPr>
            <p:cNvSpPr/>
            <p:nvPr/>
          </p:nvSpPr>
          <p:spPr>
            <a:xfrm>
              <a:off x="13223446" y="6255520"/>
              <a:ext cx="1417320" cy="1280160"/>
            </a:xfrm>
            <a:prstGeom prst="rect">
              <a:avLst/>
            </a:prstGeom>
            <a:solidFill>
              <a:srgbClr val="3C3489"/>
            </a:solidFill>
            <a:ln w="19050">
              <a:solidFill>
                <a:srgbClr val="AFA9EC"/>
              </a:solidFill>
              <a:prstDash val="solid"/>
            </a:ln>
          </p:spPr>
          <p:txBody>
            <a:bodyPr/>
            <a:lstStyle/>
            <a:p>
              <a:endParaRPr lang="en-US"/>
            </a:p>
          </p:txBody>
        </p:sp>
        <p:sp>
          <p:nvSpPr>
            <p:cNvPr id="57" name="Text 18">
              <a:extLst>
                <a:ext uri="{FF2B5EF4-FFF2-40B4-BE49-F238E27FC236}">
                  <a16:creationId xmlns:a16="http://schemas.microsoft.com/office/drawing/2014/main" id="{8A326ACE-7FA5-050B-4457-97FDF193E328}"/>
                </a:ext>
              </a:extLst>
            </p:cNvPr>
            <p:cNvSpPr/>
            <p:nvPr/>
          </p:nvSpPr>
          <p:spPr>
            <a:xfrm>
              <a:off x="13223446" y="6255520"/>
              <a:ext cx="1417320" cy="1280160"/>
            </a:xfrm>
            <a:prstGeom prst="rect">
              <a:avLst/>
            </a:prstGeom>
            <a:solidFill>
              <a:srgbClr val="3C3489"/>
            </a:solidFill>
            <a:ln/>
          </p:spPr>
          <p:txBody>
            <a:bodyPr wrap="square" rtlCol="0" anchor="ctr"/>
            <a:lstStyle/>
            <a:p>
              <a:pPr marL="0" indent="0" algn="ctr">
                <a:buNone/>
              </a:pPr>
              <a:r>
                <a:rPr lang="en-US" sz="3000">
                  <a:solidFill>
                    <a:srgbClr val="FFFFFF"/>
                  </a:solidFill>
                  <a:latin typeface="Arial" panose="020B0604020202020204" pitchFamily="34" charset="0"/>
                  <a:ea typeface="Calibri" pitchFamily="34" charset="-122"/>
                  <a:cs typeface="Arial" panose="020B0604020202020204" pitchFamily="34" charset="0"/>
                </a:rPr>
                <a:t>Persist</a:t>
              </a:r>
              <a:endParaRPr lang="en-US" sz="3000">
                <a:latin typeface="Arial" panose="020B0604020202020204" pitchFamily="34" charset="0"/>
                <a:cs typeface="Arial" panose="020B0604020202020204" pitchFamily="34" charset="0"/>
              </a:endParaRPr>
            </a:p>
            <a:p>
              <a:pPr marL="0" indent="0" algn="ctr">
                <a:buNone/>
              </a:pPr>
              <a:r>
                <a:rPr lang="en-US" sz="3000">
                  <a:solidFill>
                    <a:srgbClr val="FFFFFF"/>
                  </a:solidFill>
                  <a:latin typeface="Arial" panose="020B0604020202020204" pitchFamily="34" charset="0"/>
                  <a:ea typeface="Calibri" pitchFamily="34" charset="-122"/>
                  <a:cs typeface="Arial" panose="020B0604020202020204" pitchFamily="34" charset="0"/>
                </a:rPr>
                <a:t>(Data Sink)</a:t>
              </a:r>
              <a:endParaRPr lang="en-US" sz="3000">
                <a:latin typeface="Arial" panose="020B0604020202020204" pitchFamily="34" charset="0"/>
                <a:cs typeface="Arial" panose="020B0604020202020204" pitchFamily="34" charset="0"/>
              </a:endParaRPr>
            </a:p>
          </p:txBody>
        </p:sp>
        <p:sp>
          <p:nvSpPr>
            <p:cNvPr id="58" name="Text 19">
              <a:extLst>
                <a:ext uri="{FF2B5EF4-FFF2-40B4-BE49-F238E27FC236}">
                  <a16:creationId xmlns:a16="http://schemas.microsoft.com/office/drawing/2014/main" id="{754B1A5C-56BD-385E-B6E3-5A3B551D6388}"/>
                </a:ext>
              </a:extLst>
            </p:cNvPr>
            <p:cNvSpPr/>
            <p:nvPr/>
          </p:nvSpPr>
          <p:spPr>
            <a:xfrm>
              <a:off x="6826598" y="7926550"/>
              <a:ext cx="5074920" cy="365760"/>
            </a:xfrm>
            <a:prstGeom prst="rect">
              <a:avLst/>
            </a:prstGeom>
            <a:noFill/>
            <a:ln/>
          </p:spPr>
          <p:txBody>
            <a:bodyPr wrap="square" rtlCol="0" anchor="ctr"/>
            <a:lstStyle/>
            <a:p>
              <a:pPr marL="0" indent="0" algn="ctr">
                <a:buNone/>
              </a:pPr>
              <a:r>
                <a:rPr lang="en-US" sz="2200" i="1">
                  <a:solidFill>
                    <a:schemeClr val="bg1"/>
                  </a:solidFill>
                  <a:latin typeface="Arial" panose="020B0604020202020204" pitchFamily="34" charset="0"/>
                  <a:ea typeface="Calibri" pitchFamily="34" charset="-122"/>
                  <a:cs typeface="Arial" panose="020B0604020202020204" pitchFamily="34" charset="0"/>
                </a:rPr>
                <a:t>any filter failure → reading rejected, not persisted</a:t>
              </a:r>
              <a:endParaRPr lang="en-US" sz="2200">
                <a:solidFill>
                  <a:schemeClr val="bg1"/>
                </a:solidFill>
                <a:latin typeface="Arial" panose="020B0604020202020204" pitchFamily="34" charset="0"/>
                <a:cs typeface="Arial" panose="020B0604020202020204" pitchFamily="34" charset="0"/>
              </a:endParaRPr>
            </a:p>
          </p:txBody>
        </p:sp>
        <p:cxnSp>
          <p:nvCxnSpPr>
            <p:cNvPr id="59" name="Straight Connector 58">
              <a:extLst>
                <a:ext uri="{FF2B5EF4-FFF2-40B4-BE49-F238E27FC236}">
                  <a16:creationId xmlns:a16="http://schemas.microsoft.com/office/drawing/2014/main" id="{AD60E7E6-B675-0502-E3C8-43B8CCBC1E94}"/>
                </a:ext>
              </a:extLst>
            </p:cNvPr>
            <p:cNvCxnSpPr>
              <a:cxnSpLocks/>
            </p:cNvCxnSpPr>
            <p:nvPr/>
          </p:nvCxnSpPr>
          <p:spPr>
            <a:xfrm>
              <a:off x="11188906" y="6997682"/>
              <a:ext cx="0" cy="1284514"/>
            </a:xfrm>
            <a:prstGeom prst="line">
              <a:avLst/>
            </a:prstGeom>
            <a:ln w="38100" cap="flat" cmpd="sng" algn="ctr">
              <a:solidFill>
                <a:srgbClr val="1D9E7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0" name="Straight Connector 59">
              <a:extLst>
                <a:ext uri="{FF2B5EF4-FFF2-40B4-BE49-F238E27FC236}">
                  <a16:creationId xmlns:a16="http://schemas.microsoft.com/office/drawing/2014/main" id="{FA1D8FCE-1BC8-EFE6-0E71-155F3B530090}"/>
                </a:ext>
              </a:extLst>
            </p:cNvPr>
            <p:cNvCxnSpPr>
              <a:cxnSpLocks/>
            </p:cNvCxnSpPr>
            <p:nvPr/>
          </p:nvCxnSpPr>
          <p:spPr>
            <a:xfrm flipH="1">
              <a:off x="7531306" y="8259943"/>
              <a:ext cx="3657600" cy="0"/>
            </a:xfrm>
            <a:prstGeom prst="line">
              <a:avLst/>
            </a:prstGeom>
            <a:ln w="38100" cap="flat" cmpd="sng" algn="ctr">
              <a:solidFill>
                <a:srgbClr val="1D9E7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Straight Arrow Connector 60">
              <a:extLst>
                <a:ext uri="{FF2B5EF4-FFF2-40B4-BE49-F238E27FC236}">
                  <a16:creationId xmlns:a16="http://schemas.microsoft.com/office/drawing/2014/main" id="{FA60D342-D5AC-2BBB-85F5-A3036C27B91F}"/>
                </a:ext>
              </a:extLst>
            </p:cNvPr>
            <p:cNvCxnSpPr>
              <a:cxnSpLocks/>
              <a:endCxn id="42" idx="2"/>
            </p:cNvCxnSpPr>
            <p:nvPr/>
          </p:nvCxnSpPr>
          <p:spPr>
            <a:xfrm flipV="1">
              <a:off x="7531306" y="6977896"/>
              <a:ext cx="0" cy="1282047"/>
            </a:xfrm>
            <a:prstGeom prst="straightConnector1">
              <a:avLst/>
            </a:prstGeom>
            <a:ln w="38100">
              <a:solidFill>
                <a:srgbClr val="1D9E75"/>
              </a:solidFill>
              <a:prstDash val="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41795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39A31-9A23-DD2D-E178-46841B7E3375}"/>
            </a:ext>
          </a:extLst>
        </p:cNvPr>
        <p:cNvGrpSpPr/>
        <p:nvPr/>
      </p:nvGrpSpPr>
      <p:grpSpPr>
        <a:xfrm>
          <a:off x="0" y="0"/>
          <a:ext cx="0" cy="0"/>
          <a:chOff x="0" y="0"/>
          <a:chExt cx="0" cy="0"/>
        </a:xfrm>
      </p:grpSpPr>
      <p:sp>
        <p:nvSpPr>
          <p:cNvPr id="8" name="Date Placeholder 7">
            <a:extLst>
              <a:ext uri="{FF2B5EF4-FFF2-40B4-BE49-F238E27FC236}">
                <a16:creationId xmlns:a16="http://schemas.microsoft.com/office/drawing/2014/main" id="{E8AD800C-B5C6-0A2E-743E-4D53160B742C}"/>
              </a:ext>
            </a:extLst>
          </p:cNvPr>
          <p:cNvSpPr>
            <a:spLocks noGrp="1"/>
          </p:cNvSpPr>
          <p:nvPr>
            <p:ph type="dt" sz="half" idx="2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792E9C-7E5E-F14F-B049-5BFE22D713B7}" type="datetime4">
              <a:rPr kumimoji="0" lang="en-CA" sz="1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April 12, 2026</a:t>
            </a:fld>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 name="Slide Number Placeholder 8">
            <a:extLst>
              <a:ext uri="{FF2B5EF4-FFF2-40B4-BE49-F238E27FC236}">
                <a16:creationId xmlns:a16="http://schemas.microsoft.com/office/drawing/2014/main" id="{64DA39EB-6808-AF35-A40F-E7D60F7C4E4C}"/>
              </a:ext>
            </a:extLst>
          </p:cNvPr>
          <p:cNvSpPr>
            <a:spLocks noGrp="1"/>
          </p:cNvSpPr>
          <p:nvPr>
            <p:ph type="sldNum" sz="quarter" idx="2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91AB9B0-3E43-D847-B073-60FE8FAFFDB7}" type="slidenum">
              <a:rPr kumimoji="0" lang="en-US" sz="18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4" name="Table 3">
            <a:extLst>
              <a:ext uri="{FF2B5EF4-FFF2-40B4-BE49-F238E27FC236}">
                <a16:creationId xmlns:a16="http://schemas.microsoft.com/office/drawing/2014/main" id="{FF817FED-8B3C-EE47-8A5D-141E2A7AC6D0}"/>
              </a:ext>
            </a:extLst>
          </p:cNvPr>
          <p:cNvGraphicFramePr>
            <a:graphicFrameLocks noGrp="1"/>
          </p:cNvGraphicFramePr>
          <p:nvPr>
            <p:extLst>
              <p:ext uri="{D42A27DB-BD31-4B8C-83A1-F6EECF244321}">
                <p14:modId xmlns:p14="http://schemas.microsoft.com/office/powerpoint/2010/main" val="3483164964"/>
              </p:ext>
            </p:extLst>
          </p:nvPr>
        </p:nvGraphicFramePr>
        <p:xfrm>
          <a:off x="2490037" y="2274861"/>
          <a:ext cx="15858292" cy="1968597"/>
        </p:xfrm>
        <a:graphic>
          <a:graphicData uri="http://schemas.openxmlformats.org/drawingml/2006/table">
            <a:tbl>
              <a:tblPr firstRow="1" bandRow="1">
                <a:tableStyleId>{5C22544A-7EE6-4342-B048-85BDC9FD1C3A}</a:tableStyleId>
              </a:tblPr>
              <a:tblGrid>
                <a:gridCol w="3892834">
                  <a:extLst>
                    <a:ext uri="{9D8B030D-6E8A-4147-A177-3AD203B41FA5}">
                      <a16:colId xmlns:a16="http://schemas.microsoft.com/office/drawing/2014/main" val="3686714332"/>
                    </a:ext>
                  </a:extLst>
                </a:gridCol>
                <a:gridCol w="4643717">
                  <a:extLst>
                    <a:ext uri="{9D8B030D-6E8A-4147-A177-3AD203B41FA5}">
                      <a16:colId xmlns:a16="http://schemas.microsoft.com/office/drawing/2014/main" val="1264204757"/>
                    </a:ext>
                  </a:extLst>
                </a:gridCol>
                <a:gridCol w="7321741">
                  <a:extLst>
                    <a:ext uri="{9D8B030D-6E8A-4147-A177-3AD203B41FA5}">
                      <a16:colId xmlns:a16="http://schemas.microsoft.com/office/drawing/2014/main" val="4258476083"/>
                    </a:ext>
                  </a:extLst>
                </a:gridCol>
              </a:tblGrid>
              <a:tr h="694799">
                <a:tc>
                  <a:txBody>
                    <a:bodyPr/>
                    <a:lstStyle/>
                    <a:p>
                      <a:pPr algn="ctr"/>
                      <a:r>
                        <a:rPr lang="en-US" sz="3500"/>
                        <a:t>What?</a:t>
                      </a:r>
                    </a:p>
                  </a:txBody>
                  <a:tcPr/>
                </a:tc>
                <a:tc>
                  <a:txBody>
                    <a:bodyPr/>
                    <a:lstStyle/>
                    <a:p>
                      <a:pPr marL="0" marR="0" lvl="0" indent="0" algn="ctr" defTabSz="1523848" rtl="0" eaLnBrk="1" fontAlgn="auto" latinLnBrk="0" hangingPunct="1">
                        <a:lnSpc>
                          <a:spcPct val="100000"/>
                        </a:lnSpc>
                        <a:spcBef>
                          <a:spcPts val="0"/>
                        </a:spcBef>
                        <a:spcAft>
                          <a:spcPts val="0"/>
                        </a:spcAft>
                        <a:buClrTx/>
                        <a:buSzTx/>
                        <a:buFontTx/>
                        <a:buNone/>
                        <a:tabLst/>
                        <a:defRPr/>
                      </a:pPr>
                      <a:r>
                        <a:rPr lang="en-US" sz="3500"/>
                        <a:t>Architecture Style</a:t>
                      </a:r>
                    </a:p>
                  </a:txBody>
                  <a:tcPr/>
                </a:tc>
                <a:tc>
                  <a:txBody>
                    <a:bodyPr/>
                    <a:lstStyle/>
                    <a:p>
                      <a:pPr algn="ctr"/>
                      <a:r>
                        <a:rPr lang="en-US" sz="3500"/>
                        <a:t>Why?</a:t>
                      </a:r>
                    </a:p>
                  </a:txBody>
                  <a:tcPr/>
                </a:tc>
                <a:extLst>
                  <a:ext uri="{0D108BD9-81ED-4DB2-BD59-A6C34878D82A}">
                    <a16:rowId xmlns:a16="http://schemas.microsoft.com/office/drawing/2014/main" val="2986910623"/>
                  </a:ext>
                </a:extLst>
              </a:tr>
              <a:tr h="1273798">
                <a:tc>
                  <a:txBody>
                    <a:bodyPr/>
                    <a:lstStyle/>
                    <a:p>
                      <a:pPr algn="ctr"/>
                      <a:r>
                        <a:rPr lang="en-US" sz="2500"/>
                        <a:t>Access Management</a:t>
                      </a:r>
                    </a:p>
                  </a:txBody>
                  <a:tcPr/>
                </a:tc>
                <a:tc>
                  <a:txBody>
                    <a:bodyPr/>
                    <a:lstStyle/>
                    <a:p>
                      <a:pPr algn="ctr"/>
                      <a:r>
                        <a:rPr lang="en-US" sz="2500"/>
                        <a:t>Repository</a:t>
                      </a:r>
                    </a:p>
                  </a:txBody>
                  <a:tcPr/>
                </a:tc>
                <a:tc>
                  <a:txBody>
                    <a:bodyPr/>
                    <a:lstStyle/>
                    <a:p>
                      <a:pPr marL="457200" marR="0" lvl="0" indent="-457200" algn="l" defTabSz="152384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500"/>
                        <a:t>Signup, IoT authorization, and security permissions all read and write to a shared repository deterministically</a:t>
                      </a:r>
                    </a:p>
                  </a:txBody>
                  <a:tcPr/>
                </a:tc>
                <a:extLst>
                  <a:ext uri="{0D108BD9-81ED-4DB2-BD59-A6C34878D82A}">
                    <a16:rowId xmlns:a16="http://schemas.microsoft.com/office/drawing/2014/main" val="426905588"/>
                  </a:ext>
                </a:extLst>
              </a:tr>
            </a:tbl>
          </a:graphicData>
        </a:graphic>
      </p:graphicFrame>
      <p:sp>
        <p:nvSpPr>
          <p:cNvPr id="5" name="Title 1">
            <a:extLst>
              <a:ext uri="{FF2B5EF4-FFF2-40B4-BE49-F238E27FC236}">
                <a16:creationId xmlns:a16="http://schemas.microsoft.com/office/drawing/2014/main" id="{D873F1EC-F8AF-27A1-4D34-C48429BE02DC}"/>
              </a:ext>
            </a:extLst>
          </p:cNvPr>
          <p:cNvSpPr>
            <a:spLocks noGrp="1"/>
          </p:cNvSpPr>
          <p:nvPr>
            <p:ph type="ctrTitle"/>
          </p:nvPr>
        </p:nvSpPr>
        <p:spPr>
          <a:xfrm>
            <a:off x="439200" y="457200"/>
            <a:ext cx="9719213" cy="738817"/>
          </a:xfrm>
        </p:spPr>
        <p:txBody>
          <a:bodyPr lIns="91440" tIns="45720" rIns="91440" bIns="45720" anchor="t">
            <a:noAutofit/>
          </a:bodyPr>
          <a:lstStyle/>
          <a:p>
            <a:r>
              <a:rPr lang="en-US">
                <a:cs typeface="Poppins"/>
              </a:rPr>
              <a:t>Rationale for Architecture Choices</a:t>
            </a:r>
            <a:endParaRPr lang="en-US"/>
          </a:p>
        </p:txBody>
      </p:sp>
      <p:grpSp>
        <p:nvGrpSpPr>
          <p:cNvPr id="2" name="Group 1">
            <a:extLst>
              <a:ext uri="{FF2B5EF4-FFF2-40B4-BE49-F238E27FC236}">
                <a16:creationId xmlns:a16="http://schemas.microsoft.com/office/drawing/2014/main" id="{585ACAC2-B715-1926-AADF-28C3473807ED}"/>
              </a:ext>
            </a:extLst>
          </p:cNvPr>
          <p:cNvGrpSpPr/>
          <p:nvPr/>
        </p:nvGrpSpPr>
        <p:grpSpPr>
          <a:xfrm>
            <a:off x="3942401" y="4540176"/>
            <a:ext cx="12469906" cy="5711415"/>
            <a:chOff x="457200" y="868680"/>
            <a:chExt cx="8229600" cy="3383280"/>
          </a:xfrm>
        </p:grpSpPr>
        <p:sp>
          <p:nvSpPr>
            <p:cNvPr id="3" name="Shape 1">
              <a:extLst>
                <a:ext uri="{FF2B5EF4-FFF2-40B4-BE49-F238E27FC236}">
                  <a16:creationId xmlns:a16="http://schemas.microsoft.com/office/drawing/2014/main" id="{19549AB9-6959-6848-B3B4-1CD676D4C329}"/>
                </a:ext>
              </a:extLst>
            </p:cNvPr>
            <p:cNvSpPr/>
            <p:nvPr/>
          </p:nvSpPr>
          <p:spPr>
            <a:xfrm>
              <a:off x="3566160" y="868680"/>
              <a:ext cx="2011680" cy="640080"/>
            </a:xfrm>
            <a:prstGeom prst="rect">
              <a:avLst/>
            </a:prstGeom>
            <a:solidFill>
              <a:srgbClr val="800020"/>
            </a:solidFill>
            <a:ln w="38100">
              <a:solidFill>
                <a:srgbClr val="AAAAAA"/>
              </a:solidFill>
              <a:prstDash val="dash"/>
            </a:ln>
          </p:spPr>
          <p:txBody>
            <a:bodyPr/>
            <a:lstStyle/>
            <a:p>
              <a:endParaRPr lang="en-US"/>
            </a:p>
          </p:txBody>
        </p:sp>
        <p:sp>
          <p:nvSpPr>
            <p:cNvPr id="6" name="Text 2">
              <a:extLst>
                <a:ext uri="{FF2B5EF4-FFF2-40B4-BE49-F238E27FC236}">
                  <a16:creationId xmlns:a16="http://schemas.microsoft.com/office/drawing/2014/main" id="{1F538367-0590-F511-56C8-FE446B5E2706}"/>
                </a:ext>
              </a:extLst>
            </p:cNvPr>
            <p:cNvSpPr/>
            <p:nvPr/>
          </p:nvSpPr>
          <p:spPr>
            <a:xfrm>
              <a:off x="3566160" y="868680"/>
              <a:ext cx="2011680" cy="640080"/>
            </a:xfrm>
            <a:prstGeom prst="rect">
              <a:avLst/>
            </a:prstGeom>
            <a:solidFill>
              <a:srgbClr val="4D4D4D"/>
            </a:solidFill>
            <a:ln/>
          </p:spPr>
          <p:txBody>
            <a:bodyPr wrap="square" rtlCol="0" anchor="ctr"/>
            <a:lstStyle/>
            <a:p>
              <a:pPr marL="0" indent="0" algn="ctr">
                <a:buNone/>
              </a:pPr>
              <a:r>
                <a:rPr lang="en-US" sz="3000">
                  <a:solidFill>
                    <a:srgbClr val="DDDDDD"/>
                  </a:solidFill>
                  <a:latin typeface="Calibri" pitchFamily="34" charset="0"/>
                  <a:ea typeface="Calibri" pitchFamily="34" charset="-122"/>
                  <a:cs typeface="Calibri" pitchFamily="34" charset="-120"/>
                </a:rPr>
                <a:t>Bootstrap</a:t>
              </a:r>
              <a:endParaRPr lang="en-US" sz="3000"/>
            </a:p>
            <a:p>
              <a:pPr marL="0" indent="0" algn="ctr">
                <a:buNone/>
              </a:pPr>
              <a:r>
                <a:rPr lang="en-US" sz="3000">
                  <a:solidFill>
                    <a:srgbClr val="DDDDDD"/>
                  </a:solidFill>
                  <a:latin typeface="Calibri" pitchFamily="34" charset="0"/>
                  <a:ea typeface="Calibri" pitchFamily="34" charset="-122"/>
                  <a:cs typeface="Calibri" pitchFamily="34" charset="-120"/>
                </a:rPr>
                <a:t>(server startup)</a:t>
              </a:r>
              <a:endParaRPr lang="en-US" sz="3000"/>
            </a:p>
          </p:txBody>
        </p:sp>
        <p:sp>
          <p:nvSpPr>
            <p:cNvPr id="7" name="Shape 3">
              <a:extLst>
                <a:ext uri="{FF2B5EF4-FFF2-40B4-BE49-F238E27FC236}">
                  <a16:creationId xmlns:a16="http://schemas.microsoft.com/office/drawing/2014/main" id="{B57C6B00-DCF9-0188-FF33-0B7515B59818}"/>
                </a:ext>
              </a:extLst>
            </p:cNvPr>
            <p:cNvSpPr/>
            <p:nvPr/>
          </p:nvSpPr>
          <p:spPr>
            <a:xfrm>
              <a:off x="457200" y="1828800"/>
              <a:ext cx="2011680" cy="777240"/>
            </a:xfrm>
            <a:prstGeom prst="rect">
              <a:avLst/>
            </a:prstGeom>
            <a:solidFill>
              <a:srgbClr val="085041"/>
            </a:solidFill>
            <a:ln w="19050">
              <a:solidFill>
                <a:srgbClr val="1D9E75"/>
              </a:solidFill>
              <a:prstDash val="solid"/>
            </a:ln>
          </p:spPr>
          <p:txBody>
            <a:bodyPr/>
            <a:lstStyle/>
            <a:p>
              <a:endParaRPr lang="en-US" sz="3000"/>
            </a:p>
          </p:txBody>
        </p:sp>
        <p:sp>
          <p:nvSpPr>
            <p:cNvPr id="10" name="Text 4">
              <a:extLst>
                <a:ext uri="{FF2B5EF4-FFF2-40B4-BE49-F238E27FC236}">
                  <a16:creationId xmlns:a16="http://schemas.microsoft.com/office/drawing/2014/main" id="{3EBFFB1F-9D7A-949D-A0AA-5182D099DA2B}"/>
                </a:ext>
              </a:extLst>
            </p:cNvPr>
            <p:cNvSpPr/>
            <p:nvPr/>
          </p:nvSpPr>
          <p:spPr>
            <a:xfrm>
              <a:off x="457200" y="1828800"/>
              <a:ext cx="2011680" cy="777240"/>
            </a:xfrm>
            <a:prstGeom prst="rect">
              <a:avLst/>
            </a:prstGeom>
            <a:noFill/>
            <a:ln/>
          </p:spPr>
          <p:txBody>
            <a:bodyPr wrap="square" rtlCol="0" anchor="ctr"/>
            <a:lstStyle/>
            <a:p>
              <a:pPr marL="0" indent="0" algn="ctr">
                <a:buNone/>
              </a:pPr>
              <a:r>
                <a:rPr lang="en-US" sz="3000">
                  <a:solidFill>
                    <a:srgbClr val="FFFFFF"/>
                  </a:solidFill>
                  <a:latin typeface="Calibri" pitchFamily="34" charset="0"/>
                  <a:ea typeface="Calibri" pitchFamily="34" charset="-122"/>
                  <a:cs typeface="Calibri" pitchFamily="34" charset="-120"/>
                </a:rPr>
                <a:t>Signup and Login </a:t>
              </a:r>
              <a:endParaRPr lang="en-US" sz="3000"/>
            </a:p>
            <a:p>
              <a:pPr marL="0" indent="0" algn="ctr">
                <a:buNone/>
              </a:pPr>
              <a:r>
                <a:rPr lang="en-US" sz="3000">
                  <a:solidFill>
                    <a:srgbClr val="FFFFFF"/>
                  </a:solidFill>
                  <a:latin typeface="Calibri" pitchFamily="34" charset="0"/>
                  <a:ea typeface="Calibri" pitchFamily="34" charset="-122"/>
                  <a:cs typeface="Calibri" pitchFamily="34" charset="-120"/>
                </a:rPr>
                <a:t>(user authentication)</a:t>
              </a:r>
              <a:endParaRPr lang="en-US" sz="3000"/>
            </a:p>
          </p:txBody>
        </p:sp>
        <p:sp>
          <p:nvSpPr>
            <p:cNvPr id="11" name="Shape 5">
              <a:extLst>
                <a:ext uri="{FF2B5EF4-FFF2-40B4-BE49-F238E27FC236}">
                  <a16:creationId xmlns:a16="http://schemas.microsoft.com/office/drawing/2014/main" id="{E883235A-DBD0-E040-3F45-0317683609FD}"/>
                </a:ext>
              </a:extLst>
            </p:cNvPr>
            <p:cNvSpPr/>
            <p:nvPr/>
          </p:nvSpPr>
          <p:spPr>
            <a:xfrm>
              <a:off x="3566160" y="1828800"/>
              <a:ext cx="2011680" cy="777240"/>
            </a:xfrm>
            <a:prstGeom prst="rect">
              <a:avLst/>
            </a:prstGeom>
            <a:solidFill>
              <a:srgbClr val="085041"/>
            </a:solidFill>
            <a:ln w="19050">
              <a:solidFill>
                <a:srgbClr val="1D9E75"/>
              </a:solidFill>
              <a:prstDash val="solid"/>
            </a:ln>
          </p:spPr>
          <p:txBody>
            <a:bodyPr/>
            <a:lstStyle/>
            <a:p>
              <a:endParaRPr lang="en-US" sz="3000"/>
            </a:p>
          </p:txBody>
        </p:sp>
        <p:sp>
          <p:nvSpPr>
            <p:cNvPr id="12" name="Text 6">
              <a:extLst>
                <a:ext uri="{FF2B5EF4-FFF2-40B4-BE49-F238E27FC236}">
                  <a16:creationId xmlns:a16="http://schemas.microsoft.com/office/drawing/2014/main" id="{742C0167-3135-5C16-5DC7-F23D2C2EAE94}"/>
                </a:ext>
              </a:extLst>
            </p:cNvPr>
            <p:cNvSpPr/>
            <p:nvPr/>
          </p:nvSpPr>
          <p:spPr>
            <a:xfrm>
              <a:off x="3566160" y="1828800"/>
              <a:ext cx="2011680" cy="777240"/>
            </a:xfrm>
            <a:prstGeom prst="rect">
              <a:avLst/>
            </a:prstGeom>
            <a:noFill/>
            <a:ln/>
          </p:spPr>
          <p:txBody>
            <a:bodyPr wrap="square" rtlCol="0" anchor="ctr"/>
            <a:lstStyle/>
            <a:p>
              <a:pPr marL="0" indent="0" algn="ctr">
                <a:buNone/>
              </a:pPr>
              <a:r>
                <a:rPr lang="en-US" sz="3000">
                  <a:solidFill>
                    <a:srgbClr val="FFFFFF"/>
                  </a:solidFill>
                  <a:latin typeface="Calibri" pitchFamily="34" charset="0"/>
                  <a:ea typeface="Calibri" pitchFamily="34" charset="-122"/>
                  <a:cs typeface="Calibri" pitchFamily="34" charset="-120"/>
                </a:rPr>
                <a:t>Authorize IoT Devices</a:t>
              </a:r>
              <a:endParaRPr lang="en-US" sz="3000"/>
            </a:p>
          </p:txBody>
        </p:sp>
        <p:sp>
          <p:nvSpPr>
            <p:cNvPr id="13" name="Shape 7">
              <a:extLst>
                <a:ext uri="{FF2B5EF4-FFF2-40B4-BE49-F238E27FC236}">
                  <a16:creationId xmlns:a16="http://schemas.microsoft.com/office/drawing/2014/main" id="{41FD35BB-DD4E-2BB6-9699-445B3713146B}"/>
                </a:ext>
              </a:extLst>
            </p:cNvPr>
            <p:cNvSpPr/>
            <p:nvPr/>
          </p:nvSpPr>
          <p:spPr>
            <a:xfrm>
              <a:off x="6675120" y="1828800"/>
              <a:ext cx="2011680" cy="777240"/>
            </a:xfrm>
            <a:prstGeom prst="rect">
              <a:avLst/>
            </a:prstGeom>
            <a:solidFill>
              <a:srgbClr val="085041"/>
            </a:solidFill>
            <a:ln w="19050">
              <a:solidFill>
                <a:srgbClr val="1D9E75"/>
              </a:solidFill>
              <a:prstDash val="solid"/>
            </a:ln>
          </p:spPr>
          <p:txBody>
            <a:bodyPr/>
            <a:lstStyle/>
            <a:p>
              <a:endParaRPr lang="en-US" sz="3000"/>
            </a:p>
          </p:txBody>
        </p:sp>
        <p:sp>
          <p:nvSpPr>
            <p:cNvPr id="14" name="Text 8">
              <a:extLst>
                <a:ext uri="{FF2B5EF4-FFF2-40B4-BE49-F238E27FC236}">
                  <a16:creationId xmlns:a16="http://schemas.microsoft.com/office/drawing/2014/main" id="{74FE87D2-6CC5-2346-0852-393D92D58A47}"/>
                </a:ext>
              </a:extLst>
            </p:cNvPr>
            <p:cNvSpPr/>
            <p:nvPr/>
          </p:nvSpPr>
          <p:spPr>
            <a:xfrm>
              <a:off x="6675120" y="1828800"/>
              <a:ext cx="2011680" cy="777240"/>
            </a:xfrm>
            <a:prstGeom prst="rect">
              <a:avLst/>
            </a:prstGeom>
            <a:noFill/>
            <a:ln/>
          </p:spPr>
          <p:txBody>
            <a:bodyPr wrap="square" rtlCol="0" anchor="ctr"/>
            <a:lstStyle/>
            <a:p>
              <a:pPr marL="0" indent="0" algn="ctr">
                <a:buNone/>
              </a:pPr>
              <a:r>
                <a:rPr lang="en-US" sz="3000">
                  <a:solidFill>
                    <a:srgbClr val="FFFFFF"/>
                  </a:solidFill>
                  <a:latin typeface="Calibri" pitchFamily="34" charset="0"/>
                  <a:ea typeface="Calibri" pitchFamily="34" charset="-122"/>
                  <a:cs typeface="Calibri" pitchFamily="34" charset="-120"/>
                </a:rPr>
                <a:t>Manage Security Permissions</a:t>
              </a:r>
              <a:endParaRPr lang="en-US" sz="3000"/>
            </a:p>
          </p:txBody>
        </p:sp>
        <p:sp>
          <p:nvSpPr>
            <p:cNvPr id="15" name="Shape 9">
              <a:extLst>
                <a:ext uri="{FF2B5EF4-FFF2-40B4-BE49-F238E27FC236}">
                  <a16:creationId xmlns:a16="http://schemas.microsoft.com/office/drawing/2014/main" id="{DAFDCE6E-24AC-D2EA-9A73-98C56CAB7D8C}"/>
                </a:ext>
              </a:extLst>
            </p:cNvPr>
            <p:cNvSpPr/>
            <p:nvPr/>
          </p:nvSpPr>
          <p:spPr>
            <a:xfrm>
              <a:off x="2560320" y="3474720"/>
              <a:ext cx="4023360" cy="777240"/>
            </a:xfrm>
            <a:prstGeom prst="rect">
              <a:avLst/>
            </a:prstGeom>
            <a:solidFill>
              <a:srgbClr val="3C3489"/>
            </a:solidFill>
            <a:ln w="19050">
              <a:solidFill>
                <a:srgbClr val="AFA9EC"/>
              </a:solidFill>
              <a:prstDash val="solid"/>
            </a:ln>
          </p:spPr>
          <p:txBody>
            <a:bodyPr/>
            <a:lstStyle/>
            <a:p>
              <a:endParaRPr lang="en-US"/>
            </a:p>
          </p:txBody>
        </p:sp>
        <p:sp>
          <p:nvSpPr>
            <p:cNvPr id="16" name="Text 10">
              <a:extLst>
                <a:ext uri="{FF2B5EF4-FFF2-40B4-BE49-F238E27FC236}">
                  <a16:creationId xmlns:a16="http://schemas.microsoft.com/office/drawing/2014/main" id="{F4A71A19-2D07-DD1D-7A9F-8D24BC5742AC}"/>
                </a:ext>
              </a:extLst>
            </p:cNvPr>
            <p:cNvSpPr/>
            <p:nvPr/>
          </p:nvSpPr>
          <p:spPr>
            <a:xfrm>
              <a:off x="2560320" y="3474720"/>
              <a:ext cx="4023360" cy="777240"/>
            </a:xfrm>
            <a:prstGeom prst="rect">
              <a:avLst/>
            </a:prstGeom>
            <a:noFill/>
            <a:ln/>
          </p:spPr>
          <p:txBody>
            <a:bodyPr wrap="square" rtlCol="0" anchor="ctr"/>
            <a:lstStyle/>
            <a:p>
              <a:pPr algn="ctr"/>
              <a:r>
                <a:rPr lang="en-US" sz="3000">
                  <a:solidFill>
                    <a:srgbClr val="FFFFFF"/>
                  </a:solidFill>
                  <a:latin typeface="Calibri" pitchFamily="34" charset="0"/>
                  <a:ea typeface="Calibri" pitchFamily="34" charset="-122"/>
                  <a:cs typeface="Calibri" pitchFamily="34" charset="-120"/>
                </a:rPr>
                <a:t>Account DB + active session token + device identity registry (repository)</a:t>
              </a:r>
              <a:endParaRPr lang="en-US" sz="3000"/>
            </a:p>
          </p:txBody>
        </p:sp>
        <p:sp>
          <p:nvSpPr>
            <p:cNvPr id="17" name="Shape 11">
              <a:extLst>
                <a:ext uri="{FF2B5EF4-FFF2-40B4-BE49-F238E27FC236}">
                  <a16:creationId xmlns:a16="http://schemas.microsoft.com/office/drawing/2014/main" id="{99E15940-C1F4-5D72-617B-1227FD16FEB5}"/>
                </a:ext>
              </a:extLst>
            </p:cNvPr>
            <p:cNvSpPr/>
            <p:nvPr/>
          </p:nvSpPr>
          <p:spPr>
            <a:xfrm flipH="1">
              <a:off x="1463040" y="1530531"/>
              <a:ext cx="2313432" cy="298269"/>
            </a:xfrm>
            <a:prstGeom prst="line">
              <a:avLst/>
            </a:prstGeom>
            <a:noFill/>
            <a:ln w="38100">
              <a:solidFill>
                <a:srgbClr val="AAAAAA"/>
              </a:solidFill>
              <a:prstDash val="dash"/>
              <a:tailEnd type="arrow"/>
            </a:ln>
          </p:spPr>
          <p:txBody>
            <a:bodyPr/>
            <a:lstStyle/>
            <a:p>
              <a:endParaRPr lang="en-US"/>
            </a:p>
          </p:txBody>
        </p:sp>
        <p:sp>
          <p:nvSpPr>
            <p:cNvPr id="18" name="Shape 12">
              <a:extLst>
                <a:ext uri="{FF2B5EF4-FFF2-40B4-BE49-F238E27FC236}">
                  <a16:creationId xmlns:a16="http://schemas.microsoft.com/office/drawing/2014/main" id="{E6EA55D5-7CFA-B2A2-0EB1-FAF59A46778E}"/>
                </a:ext>
              </a:extLst>
            </p:cNvPr>
            <p:cNvSpPr/>
            <p:nvPr/>
          </p:nvSpPr>
          <p:spPr>
            <a:xfrm>
              <a:off x="4572000" y="1508760"/>
              <a:ext cx="9144" cy="320040"/>
            </a:xfrm>
            <a:prstGeom prst="line">
              <a:avLst/>
            </a:prstGeom>
            <a:noFill/>
            <a:ln w="38100">
              <a:solidFill>
                <a:srgbClr val="AAAAAA"/>
              </a:solidFill>
              <a:prstDash val="dash"/>
              <a:tailEnd type="arrow"/>
            </a:ln>
          </p:spPr>
          <p:txBody>
            <a:bodyPr/>
            <a:lstStyle/>
            <a:p>
              <a:endParaRPr lang="en-US"/>
            </a:p>
          </p:txBody>
        </p:sp>
        <p:sp>
          <p:nvSpPr>
            <p:cNvPr id="19" name="Shape 13">
              <a:extLst>
                <a:ext uri="{FF2B5EF4-FFF2-40B4-BE49-F238E27FC236}">
                  <a16:creationId xmlns:a16="http://schemas.microsoft.com/office/drawing/2014/main" id="{54FBFBA5-EF89-2471-C02E-4D69BCB83906}"/>
                </a:ext>
              </a:extLst>
            </p:cNvPr>
            <p:cNvSpPr/>
            <p:nvPr/>
          </p:nvSpPr>
          <p:spPr>
            <a:xfrm>
              <a:off x="5212080" y="1508760"/>
              <a:ext cx="2514600" cy="320040"/>
            </a:xfrm>
            <a:prstGeom prst="line">
              <a:avLst/>
            </a:prstGeom>
            <a:noFill/>
            <a:ln w="38100">
              <a:solidFill>
                <a:srgbClr val="AAAAAA"/>
              </a:solidFill>
              <a:prstDash val="dash"/>
              <a:tailEnd type="arrow"/>
            </a:ln>
          </p:spPr>
          <p:txBody>
            <a:bodyPr/>
            <a:lstStyle/>
            <a:p>
              <a:endParaRPr lang="en-US"/>
            </a:p>
          </p:txBody>
        </p:sp>
        <p:sp>
          <p:nvSpPr>
            <p:cNvPr id="20" name="Shape 14">
              <a:extLst>
                <a:ext uri="{FF2B5EF4-FFF2-40B4-BE49-F238E27FC236}">
                  <a16:creationId xmlns:a16="http://schemas.microsoft.com/office/drawing/2014/main" id="{94781D05-E5CA-1CF7-4A62-032C0F89A586}"/>
                </a:ext>
              </a:extLst>
            </p:cNvPr>
            <p:cNvSpPr/>
            <p:nvPr/>
          </p:nvSpPr>
          <p:spPr>
            <a:xfrm>
              <a:off x="1463040" y="2606040"/>
              <a:ext cx="1737360" cy="868680"/>
            </a:xfrm>
            <a:prstGeom prst="line">
              <a:avLst/>
            </a:prstGeom>
            <a:ln w="38100" cap="flat" cmpd="sng" algn="ctr">
              <a:solidFill>
                <a:srgbClr val="1D9E7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1" name="Shape 15">
              <a:extLst>
                <a:ext uri="{FF2B5EF4-FFF2-40B4-BE49-F238E27FC236}">
                  <a16:creationId xmlns:a16="http://schemas.microsoft.com/office/drawing/2014/main" id="{7B5CDC49-B4BA-FA65-0128-A3B010F04FB5}"/>
                </a:ext>
              </a:extLst>
            </p:cNvPr>
            <p:cNvSpPr/>
            <p:nvPr/>
          </p:nvSpPr>
          <p:spPr>
            <a:xfrm>
              <a:off x="4572000" y="2606040"/>
              <a:ext cx="9144" cy="868680"/>
            </a:xfrm>
            <a:prstGeom prst="line">
              <a:avLst/>
            </a:prstGeom>
            <a:ln w="38100" cap="flat" cmpd="sng" algn="ctr">
              <a:solidFill>
                <a:srgbClr val="1D9E7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2" name="Shape 16">
              <a:extLst>
                <a:ext uri="{FF2B5EF4-FFF2-40B4-BE49-F238E27FC236}">
                  <a16:creationId xmlns:a16="http://schemas.microsoft.com/office/drawing/2014/main" id="{DC1984EF-49C5-A232-E845-8DD7D657F580}"/>
                </a:ext>
              </a:extLst>
            </p:cNvPr>
            <p:cNvSpPr/>
            <p:nvPr/>
          </p:nvSpPr>
          <p:spPr>
            <a:xfrm flipH="1">
              <a:off x="5760720" y="2606040"/>
              <a:ext cx="1920240" cy="868680"/>
            </a:xfrm>
            <a:prstGeom prst="line">
              <a:avLst/>
            </a:prstGeom>
            <a:ln w="38100" cap="flat" cmpd="sng" algn="ctr">
              <a:solidFill>
                <a:srgbClr val="1D9E7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3" name="Shape 14">
              <a:extLst>
                <a:ext uri="{FF2B5EF4-FFF2-40B4-BE49-F238E27FC236}">
                  <a16:creationId xmlns:a16="http://schemas.microsoft.com/office/drawing/2014/main" id="{2B158C9E-D9B2-5D15-A62C-15C97233663F}"/>
                </a:ext>
              </a:extLst>
            </p:cNvPr>
            <p:cNvSpPr/>
            <p:nvPr/>
          </p:nvSpPr>
          <p:spPr>
            <a:xfrm>
              <a:off x="1737360" y="2606040"/>
              <a:ext cx="1737360" cy="868680"/>
            </a:xfrm>
            <a:prstGeom prst="line">
              <a:avLst/>
            </a:prstGeom>
            <a:ln w="38100" cap="flat" cmpd="sng" algn="ctr">
              <a:solidFill>
                <a:srgbClr val="1D9E75"/>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4" name="Shape 15">
              <a:extLst>
                <a:ext uri="{FF2B5EF4-FFF2-40B4-BE49-F238E27FC236}">
                  <a16:creationId xmlns:a16="http://schemas.microsoft.com/office/drawing/2014/main" id="{9AEA25A9-58E8-58E5-5866-18F46525146D}"/>
                </a:ext>
              </a:extLst>
            </p:cNvPr>
            <p:cNvSpPr/>
            <p:nvPr/>
          </p:nvSpPr>
          <p:spPr>
            <a:xfrm>
              <a:off x="4754880" y="2606040"/>
              <a:ext cx="9144" cy="868680"/>
            </a:xfrm>
            <a:prstGeom prst="line">
              <a:avLst/>
            </a:prstGeom>
            <a:ln w="38100" cap="flat" cmpd="sng" algn="ctr">
              <a:solidFill>
                <a:srgbClr val="1D9E75"/>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5" name="Shape 15">
              <a:extLst>
                <a:ext uri="{FF2B5EF4-FFF2-40B4-BE49-F238E27FC236}">
                  <a16:creationId xmlns:a16="http://schemas.microsoft.com/office/drawing/2014/main" id="{081B537F-16D4-82D7-2008-246C7567E70B}"/>
                </a:ext>
              </a:extLst>
            </p:cNvPr>
            <p:cNvSpPr/>
            <p:nvPr/>
          </p:nvSpPr>
          <p:spPr>
            <a:xfrm flipH="1">
              <a:off x="6160152" y="2606040"/>
              <a:ext cx="1920240" cy="868680"/>
            </a:xfrm>
            <a:prstGeom prst="line">
              <a:avLst/>
            </a:prstGeom>
            <a:ln w="38100" cap="flat" cmpd="sng" algn="ctr">
              <a:solidFill>
                <a:srgbClr val="1D9E75"/>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spTree>
    <p:extLst>
      <p:ext uri="{BB962C8B-B14F-4D97-AF65-F5344CB8AC3E}">
        <p14:creationId xmlns:p14="http://schemas.microsoft.com/office/powerpoint/2010/main" val="2074748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0B410-924A-C7FF-D0DA-A4A38D99A101}"/>
            </a:ext>
          </a:extLst>
        </p:cNvPr>
        <p:cNvGrpSpPr/>
        <p:nvPr/>
      </p:nvGrpSpPr>
      <p:grpSpPr>
        <a:xfrm>
          <a:off x="0" y="0"/>
          <a:ext cx="0" cy="0"/>
          <a:chOff x="0" y="0"/>
          <a:chExt cx="0" cy="0"/>
        </a:xfrm>
      </p:grpSpPr>
      <p:sp>
        <p:nvSpPr>
          <p:cNvPr id="8" name="Date Placeholder 7">
            <a:extLst>
              <a:ext uri="{FF2B5EF4-FFF2-40B4-BE49-F238E27FC236}">
                <a16:creationId xmlns:a16="http://schemas.microsoft.com/office/drawing/2014/main" id="{68C8704C-911F-FAE2-158B-58098A5A380E}"/>
              </a:ext>
            </a:extLst>
          </p:cNvPr>
          <p:cNvSpPr>
            <a:spLocks noGrp="1"/>
          </p:cNvSpPr>
          <p:nvPr>
            <p:ph type="dt" sz="half" idx="2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792E9C-7E5E-F14F-B049-5BFE22D713B7}" type="datetime4">
              <a:rPr kumimoji="0" lang="en-CA" sz="1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April 12, 2026</a:t>
            </a:fld>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 name="Slide Number Placeholder 8">
            <a:extLst>
              <a:ext uri="{FF2B5EF4-FFF2-40B4-BE49-F238E27FC236}">
                <a16:creationId xmlns:a16="http://schemas.microsoft.com/office/drawing/2014/main" id="{AA0233B9-3779-A9A6-FAA2-7FA8C8CCA0C6}"/>
              </a:ext>
            </a:extLst>
          </p:cNvPr>
          <p:cNvSpPr>
            <a:spLocks noGrp="1"/>
          </p:cNvSpPr>
          <p:nvPr>
            <p:ph type="sldNum" sz="quarter" idx="2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91AB9B0-3E43-D847-B073-60FE8FAFFDB7}" type="slidenum">
              <a:rPr kumimoji="0" lang="en-US" sz="18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4" name="Table 3">
            <a:extLst>
              <a:ext uri="{FF2B5EF4-FFF2-40B4-BE49-F238E27FC236}">
                <a16:creationId xmlns:a16="http://schemas.microsoft.com/office/drawing/2014/main" id="{570A6C7B-A640-B266-F640-42CFB5B40E12}"/>
              </a:ext>
            </a:extLst>
          </p:cNvPr>
          <p:cNvGraphicFramePr>
            <a:graphicFrameLocks noGrp="1"/>
          </p:cNvGraphicFramePr>
          <p:nvPr>
            <p:extLst>
              <p:ext uri="{D42A27DB-BD31-4B8C-83A1-F6EECF244321}">
                <p14:modId xmlns:p14="http://schemas.microsoft.com/office/powerpoint/2010/main" val="3908186116"/>
              </p:ext>
            </p:extLst>
          </p:nvPr>
        </p:nvGraphicFramePr>
        <p:xfrm>
          <a:off x="794796" y="2463267"/>
          <a:ext cx="18718305" cy="1968597"/>
        </p:xfrm>
        <a:graphic>
          <a:graphicData uri="http://schemas.openxmlformats.org/drawingml/2006/table">
            <a:tbl>
              <a:tblPr firstRow="1" bandRow="1">
                <a:tableStyleId>{5C22544A-7EE6-4342-B048-85BDC9FD1C3A}</a:tableStyleId>
              </a:tblPr>
              <a:tblGrid>
                <a:gridCol w="4284004">
                  <a:extLst>
                    <a:ext uri="{9D8B030D-6E8A-4147-A177-3AD203B41FA5}">
                      <a16:colId xmlns:a16="http://schemas.microsoft.com/office/drawing/2014/main" val="3686714332"/>
                    </a:ext>
                  </a:extLst>
                </a:gridCol>
                <a:gridCol w="4186813">
                  <a:extLst>
                    <a:ext uri="{9D8B030D-6E8A-4147-A177-3AD203B41FA5}">
                      <a16:colId xmlns:a16="http://schemas.microsoft.com/office/drawing/2014/main" val="1264204757"/>
                    </a:ext>
                  </a:extLst>
                </a:gridCol>
                <a:gridCol w="10247488">
                  <a:extLst>
                    <a:ext uri="{9D8B030D-6E8A-4147-A177-3AD203B41FA5}">
                      <a16:colId xmlns:a16="http://schemas.microsoft.com/office/drawing/2014/main" val="4258476083"/>
                    </a:ext>
                  </a:extLst>
                </a:gridCol>
              </a:tblGrid>
              <a:tr h="694799">
                <a:tc>
                  <a:txBody>
                    <a:bodyPr/>
                    <a:lstStyle/>
                    <a:p>
                      <a:pPr algn="ctr"/>
                      <a:r>
                        <a:rPr lang="en-US" sz="3500"/>
                        <a:t>What?</a:t>
                      </a:r>
                    </a:p>
                  </a:txBody>
                  <a:tcPr/>
                </a:tc>
                <a:tc>
                  <a:txBody>
                    <a:bodyPr/>
                    <a:lstStyle/>
                    <a:p>
                      <a:pPr marL="0" marR="0" lvl="0" indent="0" algn="ctr" defTabSz="1523848" rtl="0" eaLnBrk="1" fontAlgn="auto" latinLnBrk="0" hangingPunct="1">
                        <a:lnSpc>
                          <a:spcPct val="100000"/>
                        </a:lnSpc>
                        <a:spcBef>
                          <a:spcPts val="0"/>
                        </a:spcBef>
                        <a:spcAft>
                          <a:spcPts val="0"/>
                        </a:spcAft>
                        <a:buClrTx/>
                        <a:buSzTx/>
                        <a:buFontTx/>
                        <a:buNone/>
                        <a:tabLst/>
                        <a:defRPr/>
                      </a:pPr>
                      <a:r>
                        <a:rPr lang="en-US" sz="3500"/>
                        <a:t>Architecture Style</a:t>
                      </a:r>
                    </a:p>
                  </a:txBody>
                  <a:tcPr/>
                </a:tc>
                <a:tc>
                  <a:txBody>
                    <a:bodyPr/>
                    <a:lstStyle/>
                    <a:p>
                      <a:pPr algn="ctr"/>
                      <a:r>
                        <a:rPr lang="en-US" sz="3500"/>
                        <a:t>Why?</a:t>
                      </a:r>
                    </a:p>
                  </a:txBody>
                  <a:tcPr/>
                </a:tc>
                <a:extLst>
                  <a:ext uri="{0D108BD9-81ED-4DB2-BD59-A6C34878D82A}">
                    <a16:rowId xmlns:a16="http://schemas.microsoft.com/office/drawing/2014/main" val="2986910623"/>
                  </a:ext>
                </a:extLst>
              </a:tr>
              <a:tr h="1273798">
                <a:tc>
                  <a:txBody>
                    <a:bodyPr/>
                    <a:lstStyle/>
                    <a:p>
                      <a:pPr algn="ctr"/>
                      <a:r>
                        <a:rPr lang="en-US" sz="2500"/>
                        <a:t>Alerting Management</a:t>
                      </a:r>
                    </a:p>
                  </a:txBody>
                  <a:tcPr/>
                </a:tc>
                <a:tc>
                  <a:txBody>
                    <a:bodyPr/>
                    <a:lstStyle/>
                    <a:p>
                      <a:pPr algn="ctr"/>
                      <a:r>
                        <a:rPr lang="en-US" sz="2500"/>
                        <a:t>Blackboard</a:t>
                      </a:r>
                    </a:p>
                  </a:txBody>
                  <a:tcPr/>
                </a:tc>
                <a:tc>
                  <a:txBody>
                    <a:bodyPr/>
                    <a:lstStyle/>
                    <a:p>
                      <a:pPr marL="457200" marR="0" lvl="0" indent="-457200" algn="l" defTabSz="152384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500"/>
                        <a:t>Air quality, temperature, humidity, and noise rule evaluators </a:t>
                      </a:r>
                      <a:r>
                        <a:rPr lang="en-US" sz="2500" b="1" i="0" kern="1200">
                          <a:solidFill>
                            <a:schemeClr val="dk1"/>
                          </a:solidFill>
                          <a:effectLst/>
                          <a:latin typeface="+mn-lt"/>
                          <a:ea typeface="+mn-ea"/>
                          <a:cs typeface="+mn-cs"/>
                        </a:rPr>
                        <a:t>non-deterministically</a:t>
                      </a:r>
                      <a:r>
                        <a:rPr lang="en-US" sz="2500"/>
                        <a:t> read and write to a shared blackboard</a:t>
                      </a:r>
                    </a:p>
                    <a:p>
                      <a:pPr marL="457200" indent="-457200" algn="l">
                        <a:buFont typeface="Arial" panose="020B0604020202020204" pitchFamily="34" charset="0"/>
                        <a:buChar char="•"/>
                      </a:pPr>
                      <a:r>
                        <a:rPr lang="en-US" sz="2500" b="0" i="0" kern="1200">
                          <a:solidFill>
                            <a:schemeClr val="dk1"/>
                          </a:solidFill>
                          <a:effectLst/>
                          <a:latin typeface="+mn-lt"/>
                          <a:ea typeface="+mn-ea"/>
                          <a:cs typeface="+mn-cs"/>
                        </a:rPr>
                        <a:t>Alert moves through triggered → acknowledged → resolved</a:t>
                      </a:r>
                      <a:endParaRPr lang="en-US" sz="2500"/>
                    </a:p>
                  </a:txBody>
                  <a:tcPr/>
                </a:tc>
                <a:extLst>
                  <a:ext uri="{0D108BD9-81ED-4DB2-BD59-A6C34878D82A}">
                    <a16:rowId xmlns:a16="http://schemas.microsoft.com/office/drawing/2014/main" val="426905588"/>
                  </a:ext>
                </a:extLst>
              </a:tr>
            </a:tbl>
          </a:graphicData>
        </a:graphic>
      </p:graphicFrame>
      <p:sp>
        <p:nvSpPr>
          <p:cNvPr id="5" name="Title 1">
            <a:extLst>
              <a:ext uri="{FF2B5EF4-FFF2-40B4-BE49-F238E27FC236}">
                <a16:creationId xmlns:a16="http://schemas.microsoft.com/office/drawing/2014/main" id="{426D2DCC-0623-3DAF-49C7-34F2C724EDBF}"/>
              </a:ext>
            </a:extLst>
          </p:cNvPr>
          <p:cNvSpPr>
            <a:spLocks noGrp="1"/>
          </p:cNvSpPr>
          <p:nvPr>
            <p:ph type="ctrTitle"/>
          </p:nvPr>
        </p:nvSpPr>
        <p:spPr>
          <a:xfrm>
            <a:off x="439200" y="457200"/>
            <a:ext cx="9719213" cy="738817"/>
          </a:xfrm>
        </p:spPr>
        <p:txBody>
          <a:bodyPr lIns="91440" tIns="45720" rIns="91440" bIns="45720" anchor="t">
            <a:noAutofit/>
          </a:bodyPr>
          <a:lstStyle/>
          <a:p>
            <a:r>
              <a:rPr lang="en-US">
                <a:cs typeface="Poppins"/>
              </a:rPr>
              <a:t>Rationale for Architecture Choices</a:t>
            </a:r>
            <a:endParaRPr lang="en-US"/>
          </a:p>
        </p:txBody>
      </p:sp>
      <p:grpSp>
        <p:nvGrpSpPr>
          <p:cNvPr id="2" name="Group 1">
            <a:extLst>
              <a:ext uri="{FF2B5EF4-FFF2-40B4-BE49-F238E27FC236}">
                <a16:creationId xmlns:a16="http://schemas.microsoft.com/office/drawing/2014/main" id="{AAE16413-9AA8-042A-C3BD-60967E7CB2F1}"/>
              </a:ext>
            </a:extLst>
          </p:cNvPr>
          <p:cNvGrpSpPr/>
          <p:nvPr/>
        </p:nvGrpSpPr>
        <p:grpSpPr>
          <a:xfrm>
            <a:off x="3923460" y="5273872"/>
            <a:ext cx="12469906" cy="4090608"/>
            <a:chOff x="457200" y="1828800"/>
            <a:chExt cx="8229600" cy="2423160"/>
          </a:xfrm>
        </p:grpSpPr>
        <p:sp>
          <p:nvSpPr>
            <p:cNvPr id="7" name="Shape 3">
              <a:extLst>
                <a:ext uri="{FF2B5EF4-FFF2-40B4-BE49-F238E27FC236}">
                  <a16:creationId xmlns:a16="http://schemas.microsoft.com/office/drawing/2014/main" id="{6B94035A-F28A-2A24-0B00-2A0462071789}"/>
                </a:ext>
              </a:extLst>
            </p:cNvPr>
            <p:cNvSpPr/>
            <p:nvPr/>
          </p:nvSpPr>
          <p:spPr>
            <a:xfrm>
              <a:off x="457200" y="1828800"/>
              <a:ext cx="2011680" cy="777240"/>
            </a:xfrm>
            <a:prstGeom prst="rect">
              <a:avLst/>
            </a:prstGeom>
            <a:solidFill>
              <a:srgbClr val="085041"/>
            </a:solidFill>
            <a:ln w="19050">
              <a:solidFill>
                <a:srgbClr val="1D9E75"/>
              </a:solidFill>
              <a:prstDash val="solid"/>
            </a:ln>
          </p:spPr>
          <p:txBody>
            <a:bodyPr/>
            <a:lstStyle/>
            <a:p>
              <a:endParaRPr lang="en-US" sz="3000"/>
            </a:p>
          </p:txBody>
        </p:sp>
        <p:sp>
          <p:nvSpPr>
            <p:cNvPr id="10" name="Text 4">
              <a:extLst>
                <a:ext uri="{FF2B5EF4-FFF2-40B4-BE49-F238E27FC236}">
                  <a16:creationId xmlns:a16="http://schemas.microsoft.com/office/drawing/2014/main" id="{4C00B472-516B-518F-0019-63A32A422B74}"/>
                </a:ext>
              </a:extLst>
            </p:cNvPr>
            <p:cNvSpPr/>
            <p:nvPr/>
          </p:nvSpPr>
          <p:spPr>
            <a:xfrm>
              <a:off x="457200" y="1828800"/>
              <a:ext cx="2011680" cy="777240"/>
            </a:xfrm>
            <a:prstGeom prst="rect">
              <a:avLst/>
            </a:prstGeom>
            <a:noFill/>
            <a:ln/>
          </p:spPr>
          <p:txBody>
            <a:bodyPr wrap="square" rtlCol="0" anchor="ctr"/>
            <a:lstStyle/>
            <a:p>
              <a:pPr marL="0" indent="0" algn="ctr">
                <a:buNone/>
              </a:pPr>
              <a:r>
                <a:rPr lang="en-US" sz="3000">
                  <a:solidFill>
                    <a:srgbClr val="FFFFFF"/>
                  </a:solidFill>
                  <a:latin typeface="Calibri" pitchFamily="34" charset="0"/>
                  <a:ea typeface="Calibri" pitchFamily="34" charset="-122"/>
                  <a:cs typeface="Calibri" pitchFamily="34" charset="-120"/>
                </a:rPr>
                <a:t>Define Threshold Rules</a:t>
              </a:r>
              <a:endParaRPr lang="en-US" sz="3000"/>
            </a:p>
          </p:txBody>
        </p:sp>
        <p:sp>
          <p:nvSpPr>
            <p:cNvPr id="11" name="Shape 5">
              <a:extLst>
                <a:ext uri="{FF2B5EF4-FFF2-40B4-BE49-F238E27FC236}">
                  <a16:creationId xmlns:a16="http://schemas.microsoft.com/office/drawing/2014/main" id="{F3706999-5904-C1E4-9909-DD9B9AB1FCA1}"/>
                </a:ext>
              </a:extLst>
            </p:cNvPr>
            <p:cNvSpPr/>
            <p:nvPr/>
          </p:nvSpPr>
          <p:spPr>
            <a:xfrm>
              <a:off x="3566160" y="1828800"/>
              <a:ext cx="2011680" cy="777240"/>
            </a:xfrm>
            <a:prstGeom prst="rect">
              <a:avLst/>
            </a:prstGeom>
            <a:solidFill>
              <a:srgbClr val="085041"/>
            </a:solidFill>
            <a:ln w="19050">
              <a:solidFill>
                <a:srgbClr val="1D9E75"/>
              </a:solidFill>
              <a:prstDash val="solid"/>
            </a:ln>
          </p:spPr>
          <p:txBody>
            <a:bodyPr/>
            <a:lstStyle/>
            <a:p>
              <a:endParaRPr lang="en-US" sz="3000"/>
            </a:p>
          </p:txBody>
        </p:sp>
        <p:sp>
          <p:nvSpPr>
            <p:cNvPr id="12" name="Text 6">
              <a:extLst>
                <a:ext uri="{FF2B5EF4-FFF2-40B4-BE49-F238E27FC236}">
                  <a16:creationId xmlns:a16="http://schemas.microsoft.com/office/drawing/2014/main" id="{961C8B5A-1CB7-350F-26F2-4A714DBFB37A}"/>
                </a:ext>
              </a:extLst>
            </p:cNvPr>
            <p:cNvSpPr/>
            <p:nvPr/>
          </p:nvSpPr>
          <p:spPr>
            <a:xfrm>
              <a:off x="3566160" y="1828800"/>
              <a:ext cx="2011680" cy="777240"/>
            </a:xfrm>
            <a:prstGeom prst="rect">
              <a:avLst/>
            </a:prstGeom>
            <a:noFill/>
            <a:ln/>
          </p:spPr>
          <p:txBody>
            <a:bodyPr wrap="square" rtlCol="0" anchor="ctr"/>
            <a:lstStyle/>
            <a:p>
              <a:pPr marL="0" indent="0" algn="ctr">
                <a:buNone/>
              </a:pPr>
              <a:r>
                <a:rPr lang="en-US" sz="3000">
                  <a:solidFill>
                    <a:srgbClr val="FFFFFF"/>
                  </a:solidFill>
                  <a:latin typeface="Calibri" pitchFamily="34" charset="0"/>
                  <a:ea typeface="Calibri" pitchFamily="34" charset="-122"/>
                  <a:cs typeface="Calibri" pitchFamily="34" charset="-120"/>
                </a:rPr>
                <a:t>Handle Active Alerts</a:t>
              </a:r>
              <a:endParaRPr lang="en-US" sz="3000"/>
            </a:p>
          </p:txBody>
        </p:sp>
        <p:sp>
          <p:nvSpPr>
            <p:cNvPr id="13" name="Shape 7">
              <a:extLst>
                <a:ext uri="{FF2B5EF4-FFF2-40B4-BE49-F238E27FC236}">
                  <a16:creationId xmlns:a16="http://schemas.microsoft.com/office/drawing/2014/main" id="{5F31273F-3526-B1B2-80B6-85E1ECFF9C6D}"/>
                </a:ext>
              </a:extLst>
            </p:cNvPr>
            <p:cNvSpPr/>
            <p:nvPr/>
          </p:nvSpPr>
          <p:spPr>
            <a:xfrm>
              <a:off x="6675120" y="1828800"/>
              <a:ext cx="2011680" cy="777240"/>
            </a:xfrm>
            <a:prstGeom prst="rect">
              <a:avLst/>
            </a:prstGeom>
            <a:solidFill>
              <a:srgbClr val="085041"/>
            </a:solidFill>
            <a:ln w="19050">
              <a:solidFill>
                <a:srgbClr val="1D9E75"/>
              </a:solidFill>
              <a:prstDash val="solid"/>
            </a:ln>
          </p:spPr>
          <p:txBody>
            <a:bodyPr/>
            <a:lstStyle/>
            <a:p>
              <a:endParaRPr lang="en-US" sz="3000"/>
            </a:p>
          </p:txBody>
        </p:sp>
        <p:sp>
          <p:nvSpPr>
            <p:cNvPr id="14" name="Text 8">
              <a:extLst>
                <a:ext uri="{FF2B5EF4-FFF2-40B4-BE49-F238E27FC236}">
                  <a16:creationId xmlns:a16="http://schemas.microsoft.com/office/drawing/2014/main" id="{123DEBF8-81BC-34B2-0142-EB89C62CA223}"/>
                </a:ext>
              </a:extLst>
            </p:cNvPr>
            <p:cNvSpPr/>
            <p:nvPr/>
          </p:nvSpPr>
          <p:spPr>
            <a:xfrm>
              <a:off x="6675120" y="1828800"/>
              <a:ext cx="2011680" cy="777240"/>
            </a:xfrm>
            <a:prstGeom prst="rect">
              <a:avLst/>
            </a:prstGeom>
            <a:noFill/>
            <a:ln/>
          </p:spPr>
          <p:txBody>
            <a:bodyPr wrap="square" rtlCol="0" anchor="ctr"/>
            <a:lstStyle/>
            <a:p>
              <a:pPr marL="0" indent="0" algn="ctr">
                <a:buNone/>
              </a:pPr>
              <a:r>
                <a:rPr lang="en-US" sz="3000">
                  <a:solidFill>
                    <a:srgbClr val="FFFFFF"/>
                  </a:solidFill>
                  <a:latin typeface="Calibri" pitchFamily="34" charset="0"/>
                  <a:ea typeface="Calibri" pitchFamily="34" charset="-122"/>
                  <a:cs typeface="Calibri" pitchFamily="34" charset="-120"/>
                </a:rPr>
                <a:t>Dispatch Alert Notifications</a:t>
              </a:r>
              <a:endParaRPr lang="en-US" sz="3000"/>
            </a:p>
          </p:txBody>
        </p:sp>
        <p:sp>
          <p:nvSpPr>
            <p:cNvPr id="15" name="Shape 9">
              <a:extLst>
                <a:ext uri="{FF2B5EF4-FFF2-40B4-BE49-F238E27FC236}">
                  <a16:creationId xmlns:a16="http://schemas.microsoft.com/office/drawing/2014/main" id="{180357A8-E234-2F38-D0F0-F60D1FB0C635}"/>
                </a:ext>
              </a:extLst>
            </p:cNvPr>
            <p:cNvSpPr/>
            <p:nvPr/>
          </p:nvSpPr>
          <p:spPr>
            <a:xfrm>
              <a:off x="2560320" y="3474720"/>
              <a:ext cx="4023360" cy="777240"/>
            </a:xfrm>
            <a:prstGeom prst="rect">
              <a:avLst/>
            </a:prstGeom>
            <a:solidFill>
              <a:srgbClr val="3C3489"/>
            </a:solidFill>
            <a:ln w="19050">
              <a:solidFill>
                <a:srgbClr val="AFA9EC"/>
              </a:solidFill>
              <a:prstDash val="solid"/>
            </a:ln>
          </p:spPr>
          <p:txBody>
            <a:bodyPr/>
            <a:lstStyle/>
            <a:p>
              <a:endParaRPr lang="en-US"/>
            </a:p>
          </p:txBody>
        </p:sp>
        <p:sp>
          <p:nvSpPr>
            <p:cNvPr id="16" name="Text 10">
              <a:extLst>
                <a:ext uri="{FF2B5EF4-FFF2-40B4-BE49-F238E27FC236}">
                  <a16:creationId xmlns:a16="http://schemas.microsoft.com/office/drawing/2014/main" id="{78E3CBBE-AA6C-D94A-7B13-47F620718A59}"/>
                </a:ext>
              </a:extLst>
            </p:cNvPr>
            <p:cNvSpPr/>
            <p:nvPr/>
          </p:nvSpPr>
          <p:spPr>
            <a:xfrm>
              <a:off x="2560320" y="3474720"/>
              <a:ext cx="4023360" cy="777240"/>
            </a:xfrm>
            <a:prstGeom prst="rect">
              <a:avLst/>
            </a:prstGeom>
            <a:noFill/>
            <a:ln/>
          </p:spPr>
          <p:txBody>
            <a:bodyPr wrap="square" rtlCol="0" anchor="ctr"/>
            <a:lstStyle/>
            <a:p>
              <a:pPr algn="ctr"/>
              <a:r>
                <a:rPr lang="en-US" sz="3000">
                  <a:solidFill>
                    <a:srgbClr val="FFFFFF"/>
                  </a:solidFill>
                  <a:latin typeface="Calibri" pitchFamily="34" charset="0"/>
                  <a:ea typeface="Calibri" pitchFamily="34" charset="-122"/>
                  <a:cs typeface="Calibri" pitchFamily="34" charset="-120"/>
                </a:rPr>
                <a:t>Alert &amp; Audit Log DB + Threshold Rulebook (blackboard)</a:t>
              </a:r>
              <a:endParaRPr lang="en-US" sz="3000"/>
            </a:p>
          </p:txBody>
        </p:sp>
        <p:sp>
          <p:nvSpPr>
            <p:cNvPr id="20" name="Shape 14">
              <a:extLst>
                <a:ext uri="{FF2B5EF4-FFF2-40B4-BE49-F238E27FC236}">
                  <a16:creationId xmlns:a16="http://schemas.microsoft.com/office/drawing/2014/main" id="{7AEE72DD-5FC5-FA25-0232-BA6F53D87854}"/>
                </a:ext>
              </a:extLst>
            </p:cNvPr>
            <p:cNvSpPr/>
            <p:nvPr/>
          </p:nvSpPr>
          <p:spPr>
            <a:xfrm>
              <a:off x="1463040" y="2606040"/>
              <a:ext cx="1737360" cy="868680"/>
            </a:xfrm>
            <a:prstGeom prst="line">
              <a:avLst/>
            </a:prstGeom>
            <a:ln w="38100" cap="flat" cmpd="sng" algn="ctr">
              <a:solidFill>
                <a:srgbClr val="1D9E7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1" name="Shape 15">
              <a:extLst>
                <a:ext uri="{FF2B5EF4-FFF2-40B4-BE49-F238E27FC236}">
                  <a16:creationId xmlns:a16="http://schemas.microsoft.com/office/drawing/2014/main" id="{39300078-7463-3BCE-431B-B627378A8971}"/>
                </a:ext>
              </a:extLst>
            </p:cNvPr>
            <p:cNvSpPr/>
            <p:nvPr/>
          </p:nvSpPr>
          <p:spPr>
            <a:xfrm>
              <a:off x="4572000" y="2606040"/>
              <a:ext cx="9144" cy="868680"/>
            </a:xfrm>
            <a:prstGeom prst="line">
              <a:avLst/>
            </a:prstGeom>
            <a:ln w="38100" cap="flat" cmpd="sng" algn="ctr">
              <a:solidFill>
                <a:srgbClr val="1D9E7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2" name="Shape 16">
              <a:extLst>
                <a:ext uri="{FF2B5EF4-FFF2-40B4-BE49-F238E27FC236}">
                  <a16:creationId xmlns:a16="http://schemas.microsoft.com/office/drawing/2014/main" id="{36B795AE-3212-38E0-9CA7-13955BECF14A}"/>
                </a:ext>
              </a:extLst>
            </p:cNvPr>
            <p:cNvSpPr/>
            <p:nvPr/>
          </p:nvSpPr>
          <p:spPr>
            <a:xfrm flipH="1">
              <a:off x="5760720" y="2606040"/>
              <a:ext cx="1920240" cy="868680"/>
            </a:xfrm>
            <a:prstGeom prst="line">
              <a:avLst/>
            </a:prstGeom>
            <a:ln w="38100" cap="flat" cmpd="sng" algn="ctr">
              <a:solidFill>
                <a:srgbClr val="1D9E7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3" name="Shape 14">
              <a:extLst>
                <a:ext uri="{FF2B5EF4-FFF2-40B4-BE49-F238E27FC236}">
                  <a16:creationId xmlns:a16="http://schemas.microsoft.com/office/drawing/2014/main" id="{2EA7DA91-B481-DEA3-4B03-775432CD5535}"/>
                </a:ext>
              </a:extLst>
            </p:cNvPr>
            <p:cNvSpPr/>
            <p:nvPr/>
          </p:nvSpPr>
          <p:spPr>
            <a:xfrm>
              <a:off x="1737360" y="2606040"/>
              <a:ext cx="1737360" cy="868680"/>
            </a:xfrm>
            <a:prstGeom prst="line">
              <a:avLst/>
            </a:prstGeom>
            <a:ln w="38100" cap="flat" cmpd="sng" algn="ctr">
              <a:solidFill>
                <a:srgbClr val="1D9E75"/>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4" name="Shape 15">
              <a:extLst>
                <a:ext uri="{FF2B5EF4-FFF2-40B4-BE49-F238E27FC236}">
                  <a16:creationId xmlns:a16="http://schemas.microsoft.com/office/drawing/2014/main" id="{33A903B9-EA94-1A8E-79F6-DCB7EADC7EF2}"/>
                </a:ext>
              </a:extLst>
            </p:cNvPr>
            <p:cNvSpPr/>
            <p:nvPr/>
          </p:nvSpPr>
          <p:spPr>
            <a:xfrm>
              <a:off x="4754880" y="2606040"/>
              <a:ext cx="9144" cy="868680"/>
            </a:xfrm>
            <a:prstGeom prst="line">
              <a:avLst/>
            </a:prstGeom>
            <a:ln w="38100" cap="flat" cmpd="sng" algn="ctr">
              <a:solidFill>
                <a:srgbClr val="1D9E75"/>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25" name="Shape 15">
              <a:extLst>
                <a:ext uri="{FF2B5EF4-FFF2-40B4-BE49-F238E27FC236}">
                  <a16:creationId xmlns:a16="http://schemas.microsoft.com/office/drawing/2014/main" id="{938DDECC-C894-130E-3527-002E872BB943}"/>
                </a:ext>
              </a:extLst>
            </p:cNvPr>
            <p:cNvSpPr/>
            <p:nvPr/>
          </p:nvSpPr>
          <p:spPr>
            <a:xfrm flipH="1">
              <a:off x="6160152" y="2606040"/>
              <a:ext cx="1920240" cy="868680"/>
            </a:xfrm>
            <a:prstGeom prst="line">
              <a:avLst/>
            </a:prstGeom>
            <a:ln w="38100" cap="flat" cmpd="sng" algn="ctr">
              <a:solidFill>
                <a:srgbClr val="1D9E75"/>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grpSp>
    </p:spTree>
    <p:extLst>
      <p:ext uri="{BB962C8B-B14F-4D97-AF65-F5344CB8AC3E}">
        <p14:creationId xmlns:p14="http://schemas.microsoft.com/office/powerpoint/2010/main" val="2037193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DA52B-A213-7ABE-7ED1-55AF91C940A1}"/>
            </a:ext>
          </a:extLst>
        </p:cNvPr>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7CD374FF-167F-330D-C995-2CE8F8FFAE8C}"/>
              </a:ext>
            </a:extLst>
          </p:cNvPr>
          <p:cNvPicPr>
            <a:picLocks noGrp="1" noChangeAspect="1"/>
          </p:cNvPicPr>
          <p:nvPr>
            <p:ph type="pic" sz="quarter" idx="15"/>
          </p:nvPr>
        </p:nvPicPr>
        <p:blipFill>
          <a:blip r:embed="rId2"/>
          <a:srcRect t="19680" b="19680"/>
          <a:stretch>
            <a:fillRect/>
          </a:stretch>
        </p:blipFill>
        <p:spPr>
          <a:prstGeom prst="rect">
            <a:avLst/>
          </a:prstGeom>
        </p:spPr>
      </p:pic>
      <p:pic>
        <p:nvPicPr>
          <p:cNvPr id="8" name="Black Gradient">
            <a:extLst>
              <a:ext uri="{FF2B5EF4-FFF2-40B4-BE49-F238E27FC236}">
                <a16:creationId xmlns:a16="http://schemas.microsoft.com/office/drawing/2014/main" id="{1866A808-EA84-0F1A-AAE1-FB41C449AFD2}"/>
              </a:ext>
              <a:ext uri="{C183D7F6-B498-43B3-948B-1728B52AA6E4}">
                <adec:decorative xmlns:adec="http://schemas.microsoft.com/office/drawing/2017/decorative" val="1"/>
              </a:ext>
            </a:extLst>
          </p:cNvPr>
          <p:cNvPicPr>
            <a:picLocks noChangeAspect="1"/>
          </p:cNvPicPr>
          <p:nvPr/>
        </p:nvPicPr>
        <p:blipFill>
          <a:blip r:embed="rId3">
            <a:alphaModFix amt="90000"/>
          </a:blip>
          <a:stretch>
            <a:fillRect/>
          </a:stretch>
        </p:blipFill>
        <p:spPr>
          <a:xfrm>
            <a:off x="-2" y="-1"/>
            <a:ext cx="19667915" cy="9448799"/>
          </a:xfrm>
          <a:prstGeom prst="rect">
            <a:avLst/>
          </a:prstGeom>
          <a:effectLst>
            <a:outerShdw blurRad="50800" dist="50800" dir="5400000" algn="ctr" rotWithShape="0">
              <a:srgbClr val="000000">
                <a:alpha val="0"/>
              </a:srgbClr>
            </a:outerShdw>
          </a:effectLst>
        </p:spPr>
      </p:pic>
      <p:pic>
        <p:nvPicPr>
          <p:cNvPr id="2" name="BW-CirclePNG">
            <a:extLst>
              <a:ext uri="{FF2B5EF4-FFF2-40B4-BE49-F238E27FC236}">
                <a16:creationId xmlns:a16="http://schemas.microsoft.com/office/drawing/2014/main" id="{39945096-3C1C-A4CC-22E2-464AFCB24107}"/>
              </a:ext>
              <a:ext uri="{C183D7F6-B498-43B3-948B-1728B52AA6E4}">
                <adec:decorative xmlns:adec="http://schemas.microsoft.com/office/drawing/2017/decorative" val="1"/>
              </a:ext>
            </a:extLst>
          </p:cNvPr>
          <p:cNvPicPr>
            <a:picLocks noChangeAspect="1"/>
          </p:cNvPicPr>
          <p:nvPr/>
        </p:nvPicPr>
        <p:blipFill rotWithShape="1">
          <a:blip r:embed="rId4">
            <a:alphaModFix amt="30000"/>
          </a:blip>
          <a:srcRect l="33084" t="-2200" b="29904"/>
          <a:stretch/>
        </p:blipFill>
        <p:spPr>
          <a:xfrm>
            <a:off x="0" y="560438"/>
            <a:ext cx="8226710" cy="8888361"/>
          </a:xfrm>
          <a:prstGeom prst="rect">
            <a:avLst/>
          </a:prstGeom>
        </p:spPr>
      </p:pic>
      <p:sp>
        <p:nvSpPr>
          <p:cNvPr id="3" name="Title 2">
            <a:extLst>
              <a:ext uri="{FF2B5EF4-FFF2-40B4-BE49-F238E27FC236}">
                <a16:creationId xmlns:a16="http://schemas.microsoft.com/office/drawing/2014/main" id="{919BE0A5-8CD2-4DBC-BB87-3A5A3DFA1AC5}"/>
              </a:ext>
            </a:extLst>
          </p:cNvPr>
          <p:cNvSpPr>
            <a:spLocks noGrp="1"/>
          </p:cNvSpPr>
          <p:nvPr>
            <p:ph type="ctrTitle"/>
          </p:nvPr>
        </p:nvSpPr>
        <p:spPr/>
        <p:txBody>
          <a:bodyPr lIns="91440" tIns="45720" rIns="91440" bIns="45720" anchor="b" anchorCtr="0">
            <a:noAutofit/>
          </a:bodyPr>
          <a:lstStyle/>
          <a:p>
            <a:r>
              <a:rPr lang="en-US">
                <a:solidFill>
                  <a:schemeClr val="bg1"/>
                </a:solidFill>
                <a:cs typeface="Poppins"/>
              </a:rPr>
              <a:t>Analysis Class Diagram</a:t>
            </a:r>
            <a:endParaRPr lang="en-US">
              <a:solidFill>
                <a:schemeClr val="bg1"/>
              </a:solidFill>
            </a:endParaRPr>
          </a:p>
        </p:txBody>
      </p:sp>
      <p:sp>
        <p:nvSpPr>
          <p:cNvPr id="5" name="Footer Placeholder 4">
            <a:extLst>
              <a:ext uri="{FF2B5EF4-FFF2-40B4-BE49-F238E27FC236}">
                <a16:creationId xmlns:a16="http://schemas.microsoft.com/office/drawing/2014/main" id="{8D0F935F-EAC3-D2A3-8593-66BD90ED9528}"/>
              </a:ext>
            </a:extLst>
          </p:cNvPr>
          <p:cNvSpPr>
            <a:spLocks noGrp="1"/>
          </p:cNvSpPr>
          <p:nvPr>
            <p:ph type="ftr" sz="quarter" idx="11"/>
          </p:nvPr>
        </p:nvSpPr>
        <p:spPr/>
        <p:txBody>
          <a:bodyPr/>
          <a:lstStyle/>
          <a:p>
            <a:endParaRPr lang="en-US"/>
          </a:p>
        </p:txBody>
      </p:sp>
      <p:sp>
        <p:nvSpPr>
          <p:cNvPr id="6" name="Date Placeholder 5">
            <a:extLst>
              <a:ext uri="{FF2B5EF4-FFF2-40B4-BE49-F238E27FC236}">
                <a16:creationId xmlns:a16="http://schemas.microsoft.com/office/drawing/2014/main" id="{FD9B2FF5-D8BD-0733-8949-9533FB7DFED5}"/>
              </a:ext>
            </a:extLst>
          </p:cNvPr>
          <p:cNvSpPr>
            <a:spLocks noGrp="1"/>
          </p:cNvSpPr>
          <p:nvPr>
            <p:ph type="dt" sz="half" idx="2"/>
          </p:nvPr>
        </p:nvSpPr>
        <p:spPr/>
        <p:txBody>
          <a:bodyPr/>
          <a:lstStyle/>
          <a:p>
            <a:fld id="{D2792E9C-7E5E-F14F-B049-5BFE22D713B7}" type="datetime4">
              <a:rPr lang="en-CA" smtClean="0"/>
              <a:t>April 12, 2026</a:t>
            </a:fld>
            <a:endParaRPr lang="en-US"/>
          </a:p>
        </p:txBody>
      </p:sp>
      <p:sp>
        <p:nvSpPr>
          <p:cNvPr id="7" name="Slide Number Placeholder 6">
            <a:extLst>
              <a:ext uri="{FF2B5EF4-FFF2-40B4-BE49-F238E27FC236}">
                <a16:creationId xmlns:a16="http://schemas.microsoft.com/office/drawing/2014/main" id="{477A482E-19CC-C643-2D32-713D4745308D}"/>
              </a:ext>
            </a:extLst>
          </p:cNvPr>
          <p:cNvSpPr>
            <a:spLocks noGrp="1"/>
          </p:cNvSpPr>
          <p:nvPr>
            <p:ph type="sldNum" sz="quarter" idx="12"/>
          </p:nvPr>
        </p:nvSpPr>
        <p:spPr/>
        <p:txBody>
          <a:bodyPr/>
          <a:lstStyle/>
          <a:p>
            <a:fld id="{991AB9B0-3E43-D847-B073-60FE8FAFFDB7}" type="slidenum">
              <a:rPr lang="en-US" smtClean="0"/>
              <a:pPr/>
              <a:t>14</a:t>
            </a:fld>
            <a:endParaRPr lang="en-US"/>
          </a:p>
        </p:txBody>
      </p:sp>
    </p:spTree>
    <p:extLst>
      <p:ext uri="{BB962C8B-B14F-4D97-AF65-F5344CB8AC3E}">
        <p14:creationId xmlns:p14="http://schemas.microsoft.com/office/powerpoint/2010/main" val="605920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C3573-C163-F759-A939-EB1B4A6A51FC}"/>
            </a:ext>
          </a:extLst>
        </p:cNvPr>
        <p:cNvGrpSpPr/>
        <p:nvPr/>
      </p:nvGrpSpPr>
      <p:grpSpPr>
        <a:xfrm>
          <a:off x="0" y="0"/>
          <a:ext cx="0" cy="0"/>
          <a:chOff x="0" y="0"/>
          <a:chExt cx="0" cy="0"/>
        </a:xfrm>
      </p:grpSpPr>
      <p:sp>
        <p:nvSpPr>
          <p:cNvPr id="20" name="Footer Placeholder 4">
            <a:extLst>
              <a:ext uri="{FF2B5EF4-FFF2-40B4-BE49-F238E27FC236}">
                <a16:creationId xmlns:a16="http://schemas.microsoft.com/office/drawing/2014/main" id="{82A37163-41EE-D7C4-C11D-B6C01B0314F1}"/>
              </a:ext>
            </a:extLst>
          </p:cNvPr>
          <p:cNvSpPr>
            <a:spLocks noGrp="1"/>
          </p:cNvSpPr>
          <p:nvPr>
            <p:ph type="ftr" sz="quarter" idx="11"/>
          </p:nvPr>
        </p:nvSpPr>
        <p:spPr>
          <a:xfrm>
            <a:off x="6731000" y="10620000"/>
            <a:ext cx="6856413" cy="377813"/>
          </a:xfrm>
        </p:spPr>
        <p:txBody>
          <a:bodyPr/>
          <a:lstStyle/>
          <a:p>
            <a:endParaRPr lang="en-US"/>
          </a:p>
        </p:txBody>
      </p:sp>
      <p:sp>
        <p:nvSpPr>
          <p:cNvPr id="7" name="Date Placeholder 6">
            <a:extLst>
              <a:ext uri="{FF2B5EF4-FFF2-40B4-BE49-F238E27FC236}">
                <a16:creationId xmlns:a16="http://schemas.microsoft.com/office/drawing/2014/main" id="{10E8691A-8D03-1D2A-D757-48EFBB0D793D}"/>
              </a:ext>
            </a:extLst>
          </p:cNvPr>
          <p:cNvSpPr>
            <a:spLocks noGrp="1"/>
          </p:cNvSpPr>
          <p:nvPr>
            <p:ph type="dt" sz="half" idx="2"/>
          </p:nvPr>
        </p:nvSpPr>
        <p:spPr>
          <a:xfrm>
            <a:off x="16412307" y="10621112"/>
            <a:ext cx="2572579" cy="350101"/>
          </a:xfrm>
        </p:spPr>
        <p:txBody>
          <a:bodyPr anchor="ctr">
            <a:normAutofit/>
          </a:bodyPr>
          <a:lstStyle/>
          <a:p>
            <a:pPr>
              <a:lnSpc>
                <a:spcPct val="90000"/>
              </a:lnSpc>
              <a:spcAft>
                <a:spcPts val="600"/>
              </a:spcAft>
            </a:pPr>
            <a:fld id="{D2792E9C-7E5E-F14F-B049-5BFE22D713B7}" type="datetime4">
              <a:rPr lang="en-CA" smtClean="0"/>
              <a:pPr>
                <a:lnSpc>
                  <a:spcPct val="90000"/>
                </a:lnSpc>
                <a:spcAft>
                  <a:spcPts val="600"/>
                </a:spcAft>
              </a:pPr>
              <a:t>April 12, 2026</a:t>
            </a:fld>
            <a:endParaRPr lang="en-US"/>
          </a:p>
        </p:txBody>
      </p:sp>
      <p:sp>
        <p:nvSpPr>
          <p:cNvPr id="8" name="Slide Number Placeholder 7">
            <a:extLst>
              <a:ext uri="{FF2B5EF4-FFF2-40B4-BE49-F238E27FC236}">
                <a16:creationId xmlns:a16="http://schemas.microsoft.com/office/drawing/2014/main" id="{D8ECA0A0-2C3A-88B1-7D40-1B625F0F2AF7}"/>
              </a:ext>
            </a:extLst>
          </p:cNvPr>
          <p:cNvSpPr>
            <a:spLocks noGrp="1"/>
          </p:cNvSpPr>
          <p:nvPr>
            <p:ph type="sldNum" sz="quarter" idx="12"/>
          </p:nvPr>
        </p:nvSpPr>
        <p:spPr>
          <a:xfrm>
            <a:off x="19274400" y="10620000"/>
            <a:ext cx="763538" cy="377816"/>
          </a:xfrm>
        </p:spPr>
        <p:txBody>
          <a:bodyPr anchor="ctr">
            <a:normAutofit/>
          </a:bodyPr>
          <a:lstStyle/>
          <a:p>
            <a:pPr>
              <a:spcAft>
                <a:spcPts val="600"/>
              </a:spcAft>
            </a:pPr>
            <a:fld id="{991AB9B0-3E43-D847-B073-60FE8FAFFDB7}" type="slidenum">
              <a:rPr lang="en-US" smtClean="0"/>
              <a:pPr>
                <a:spcAft>
                  <a:spcPts val="600"/>
                </a:spcAft>
              </a:pPr>
              <a:t>15</a:t>
            </a:fld>
            <a:endParaRPr lang="en-US"/>
          </a:p>
        </p:txBody>
      </p:sp>
      <p:pic>
        <p:nvPicPr>
          <p:cNvPr id="1026" name="Picture 2">
            <a:extLst>
              <a:ext uri="{FF2B5EF4-FFF2-40B4-BE49-F238E27FC236}">
                <a16:creationId xmlns:a16="http://schemas.microsoft.com/office/drawing/2014/main" id="{202B0E5A-0F26-4089-61C4-6A2C526A9C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901" y="706773"/>
            <a:ext cx="1393899" cy="14783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86BB84A-F48D-1176-FB15-C99143D1A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157" y="2522287"/>
            <a:ext cx="1639643" cy="140540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0E11983-A7D6-FE52-CCCA-A799E1CA41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900" y="4264831"/>
            <a:ext cx="1393899" cy="1440362"/>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5B440C14-5EC8-0D64-6E64-DF959AA5048D}"/>
              </a:ext>
            </a:extLst>
          </p:cNvPr>
          <p:cNvSpPr txBox="1"/>
          <p:nvPr/>
        </p:nvSpPr>
        <p:spPr>
          <a:xfrm>
            <a:off x="261156" y="2125467"/>
            <a:ext cx="1826141" cy="369332"/>
          </a:xfrm>
          <a:prstGeom prst="rect">
            <a:avLst/>
          </a:prstGeom>
          <a:noFill/>
        </p:spPr>
        <p:txBody>
          <a:bodyPr wrap="none" rtlCol="0">
            <a:spAutoFit/>
          </a:bodyPr>
          <a:lstStyle/>
          <a:p>
            <a:r>
              <a:rPr lang="en-US"/>
              <a:t>Controller Class</a:t>
            </a:r>
          </a:p>
        </p:txBody>
      </p:sp>
      <p:sp>
        <p:nvSpPr>
          <p:cNvPr id="21" name="TextBox 20">
            <a:extLst>
              <a:ext uri="{FF2B5EF4-FFF2-40B4-BE49-F238E27FC236}">
                <a16:creationId xmlns:a16="http://schemas.microsoft.com/office/drawing/2014/main" id="{249CD003-67E7-8C10-0262-1240D65796E3}"/>
              </a:ext>
            </a:extLst>
          </p:cNvPr>
          <p:cNvSpPr txBox="1"/>
          <p:nvPr/>
        </p:nvSpPr>
        <p:spPr>
          <a:xfrm>
            <a:off x="261156" y="3927695"/>
            <a:ext cx="1813317" cy="369332"/>
          </a:xfrm>
          <a:prstGeom prst="rect">
            <a:avLst/>
          </a:prstGeom>
          <a:noFill/>
        </p:spPr>
        <p:txBody>
          <a:bodyPr wrap="none" rtlCol="0">
            <a:spAutoFit/>
          </a:bodyPr>
          <a:lstStyle/>
          <a:p>
            <a:r>
              <a:rPr lang="en-US"/>
              <a:t>Boundary Class</a:t>
            </a:r>
          </a:p>
        </p:txBody>
      </p:sp>
      <p:sp>
        <p:nvSpPr>
          <p:cNvPr id="22" name="TextBox 21">
            <a:extLst>
              <a:ext uri="{FF2B5EF4-FFF2-40B4-BE49-F238E27FC236}">
                <a16:creationId xmlns:a16="http://schemas.microsoft.com/office/drawing/2014/main" id="{E22D330B-EE5A-4D34-4061-38C5CAB98E11}"/>
              </a:ext>
            </a:extLst>
          </p:cNvPr>
          <p:cNvSpPr txBox="1"/>
          <p:nvPr/>
        </p:nvSpPr>
        <p:spPr>
          <a:xfrm>
            <a:off x="261156" y="5724808"/>
            <a:ext cx="1402948" cy="369332"/>
          </a:xfrm>
          <a:prstGeom prst="rect">
            <a:avLst/>
          </a:prstGeom>
          <a:noFill/>
        </p:spPr>
        <p:txBody>
          <a:bodyPr wrap="none" rtlCol="0">
            <a:spAutoFit/>
          </a:bodyPr>
          <a:lstStyle/>
          <a:p>
            <a:r>
              <a:rPr lang="en-US"/>
              <a:t>Entity Class</a:t>
            </a:r>
          </a:p>
        </p:txBody>
      </p:sp>
      <p:pic>
        <p:nvPicPr>
          <p:cNvPr id="11" name="Content Placeholder 10">
            <a:extLst>
              <a:ext uri="{FF2B5EF4-FFF2-40B4-BE49-F238E27FC236}">
                <a16:creationId xmlns:a16="http://schemas.microsoft.com/office/drawing/2014/main" id="{B09ACD8F-A8E4-63BA-1DDB-D2954B2C5140}"/>
              </a:ext>
            </a:extLst>
          </p:cNvPr>
          <p:cNvPicPr>
            <a:picLocks noGrp="1" noChangeAspect="1"/>
          </p:cNvPicPr>
          <p:nvPr>
            <p:ph type="pic" sz="quarter" idx="15"/>
          </p:nvPr>
        </p:nvPicPr>
        <p:blipFill>
          <a:blip r:embed="rId5"/>
          <a:stretch/>
        </p:blipFill>
        <p:spPr>
          <a:xfrm>
            <a:off x="4009623" y="-9808"/>
            <a:ext cx="14892511" cy="11430001"/>
          </a:xfrm>
          <a:prstGeom prst="rect">
            <a:avLst/>
          </a:prstGeom>
          <a:noFill/>
        </p:spPr>
      </p:pic>
    </p:spTree>
    <p:extLst>
      <p:ext uri="{BB962C8B-B14F-4D97-AF65-F5344CB8AC3E}">
        <p14:creationId xmlns:p14="http://schemas.microsoft.com/office/powerpoint/2010/main" val="2708198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 screenshot of a computer&#10;&#10;AI-generated content may be incorrect.">
            <a:extLst>
              <a:ext uri="{FF2B5EF4-FFF2-40B4-BE49-F238E27FC236}">
                <a16:creationId xmlns:a16="http://schemas.microsoft.com/office/drawing/2014/main" id="{D36D7B1E-493F-1772-3F36-1732D6BE00D7}"/>
              </a:ext>
            </a:extLst>
          </p:cNvPr>
          <p:cNvPicPr>
            <a:picLocks noGrp="1" noChangeAspect="1"/>
          </p:cNvPicPr>
          <p:nvPr>
            <p:ph type="pic" sz="quarter" idx="15"/>
          </p:nvPr>
        </p:nvPicPr>
        <p:blipFill>
          <a:blip r:embed="rId2"/>
          <a:srcRect l="18736" r="18736"/>
          <a:stretch/>
        </p:blipFill>
        <p:spPr>
          <a:prstGeom prst="rect">
            <a:avLst/>
          </a:prstGeom>
        </p:spPr>
      </p:pic>
      <p:sp>
        <p:nvSpPr>
          <p:cNvPr id="2" name="Title 1">
            <a:extLst>
              <a:ext uri="{FF2B5EF4-FFF2-40B4-BE49-F238E27FC236}">
                <a16:creationId xmlns:a16="http://schemas.microsoft.com/office/drawing/2014/main" id="{9F61302F-8160-F978-2A28-E5626366DF16}"/>
              </a:ext>
            </a:extLst>
          </p:cNvPr>
          <p:cNvSpPr>
            <a:spLocks noGrp="1"/>
          </p:cNvSpPr>
          <p:nvPr>
            <p:ph type="ctrTitle"/>
          </p:nvPr>
        </p:nvSpPr>
        <p:spPr>
          <a:xfrm>
            <a:off x="12218400" y="457200"/>
            <a:ext cx="7203600" cy="2406464"/>
          </a:xfrm>
        </p:spPr>
        <p:txBody>
          <a:bodyPr lIns="91440" tIns="45720" rIns="91440" bIns="45720" anchor="t">
            <a:noAutofit/>
          </a:bodyPr>
          <a:lstStyle/>
          <a:p>
            <a:r>
              <a:rPr lang="en-US" sz="6000">
                <a:cs typeface="Poppins"/>
              </a:rPr>
              <a:t>Moving onto the live demo</a:t>
            </a:r>
            <a:endParaRPr lang="en-US" sz="6000"/>
          </a:p>
        </p:txBody>
      </p:sp>
      <p:sp>
        <p:nvSpPr>
          <p:cNvPr id="6" name="Footer Placeholder 5">
            <a:extLst>
              <a:ext uri="{FF2B5EF4-FFF2-40B4-BE49-F238E27FC236}">
                <a16:creationId xmlns:a16="http://schemas.microsoft.com/office/drawing/2014/main" id="{2079D1D2-5104-EADC-8CF5-31B78578E46B}"/>
              </a:ext>
            </a:extLst>
          </p:cNvPr>
          <p:cNvSpPr>
            <a:spLocks noGrp="1"/>
          </p:cNvSpPr>
          <p:nvPr>
            <p:ph type="ftr" sz="quarter" idx="17"/>
          </p:nvPr>
        </p:nvSpPr>
        <p:spPr/>
        <p:txBody>
          <a:bodyPr/>
          <a:lstStyle/>
          <a:p>
            <a:endParaRPr lang="en-US"/>
          </a:p>
        </p:txBody>
      </p:sp>
      <p:sp>
        <p:nvSpPr>
          <p:cNvPr id="7" name="Date Placeholder 6">
            <a:extLst>
              <a:ext uri="{FF2B5EF4-FFF2-40B4-BE49-F238E27FC236}">
                <a16:creationId xmlns:a16="http://schemas.microsoft.com/office/drawing/2014/main" id="{FF01C14D-EB9E-2362-D5D0-6A8D7EAAFF1C}"/>
              </a:ext>
            </a:extLst>
          </p:cNvPr>
          <p:cNvSpPr>
            <a:spLocks noGrp="1"/>
          </p:cNvSpPr>
          <p:nvPr>
            <p:ph type="dt" sz="half" idx="16"/>
          </p:nvPr>
        </p:nvSpPr>
        <p:spPr/>
        <p:txBody>
          <a:bodyPr/>
          <a:lstStyle/>
          <a:p>
            <a:fld id="{D2792E9C-7E5E-F14F-B049-5BFE22D713B7}" type="datetime4">
              <a:rPr lang="en-CA" smtClean="0"/>
              <a:t>April 12, 2026</a:t>
            </a:fld>
            <a:endParaRPr lang="en-US"/>
          </a:p>
        </p:txBody>
      </p:sp>
      <p:sp>
        <p:nvSpPr>
          <p:cNvPr id="8" name="Slide Number Placeholder 7">
            <a:extLst>
              <a:ext uri="{FF2B5EF4-FFF2-40B4-BE49-F238E27FC236}">
                <a16:creationId xmlns:a16="http://schemas.microsoft.com/office/drawing/2014/main" id="{8B34583D-29DC-571A-01A6-65ED180A8E78}"/>
              </a:ext>
            </a:extLst>
          </p:cNvPr>
          <p:cNvSpPr>
            <a:spLocks noGrp="1"/>
          </p:cNvSpPr>
          <p:nvPr>
            <p:ph type="sldNum" sz="quarter" idx="18"/>
          </p:nvPr>
        </p:nvSpPr>
        <p:spPr/>
        <p:txBody>
          <a:bodyPr/>
          <a:lstStyle/>
          <a:p>
            <a:fld id="{991AB9B0-3E43-D847-B073-60FE8FAFFDB7}" type="slidenum">
              <a:rPr lang="en-US" smtClean="0"/>
              <a:pPr/>
              <a:t>16</a:t>
            </a:fld>
            <a:endParaRPr lang="en-US"/>
          </a:p>
        </p:txBody>
      </p:sp>
      <p:sp>
        <p:nvSpPr>
          <p:cNvPr id="3" name="Title 1">
            <a:extLst>
              <a:ext uri="{FF2B5EF4-FFF2-40B4-BE49-F238E27FC236}">
                <a16:creationId xmlns:a16="http://schemas.microsoft.com/office/drawing/2014/main" id="{83301976-DF42-40D8-EC0E-3F9E958B84F4}"/>
              </a:ext>
            </a:extLst>
          </p:cNvPr>
          <p:cNvSpPr txBox="1">
            <a:spLocks/>
          </p:cNvSpPr>
          <p:nvPr/>
        </p:nvSpPr>
        <p:spPr>
          <a:xfrm>
            <a:off x="12218400" y="3747246"/>
            <a:ext cx="7360518" cy="4356847"/>
          </a:xfrm>
          <a:prstGeom prst="rect">
            <a:avLst/>
          </a:prstGeom>
        </p:spPr>
        <p:txBody>
          <a:bodyPr lIns="91440" tIns="45720" rIns="91440" bIns="45720" anchor="t">
            <a:noAutofit/>
          </a:bodyPr>
          <a:lstStyle>
            <a:lvl1pPr algn="l" defTabSz="1523848" rtl="0" eaLnBrk="1" latinLnBrk="0" hangingPunct="1">
              <a:lnSpc>
                <a:spcPct val="110000"/>
              </a:lnSpc>
              <a:spcBef>
                <a:spcPct val="0"/>
              </a:spcBef>
              <a:spcAft>
                <a:spcPts val="1000"/>
              </a:spcAft>
              <a:buNone/>
              <a:defRPr sz="4400" b="1" kern="1200">
                <a:solidFill>
                  <a:schemeClr val="bg1"/>
                </a:solidFill>
                <a:latin typeface="+mj-lt"/>
                <a:ea typeface="+mj-ea"/>
                <a:cs typeface="Poppins" pitchFamily="2" charset="77"/>
              </a:defRPr>
            </a:lvl1pPr>
          </a:lstStyle>
          <a:p>
            <a:r>
              <a:rPr lang="en-US" sz="6000">
                <a:cs typeface="Poppins"/>
              </a:rPr>
              <a:t>During the demo, we will show how our design meets requirements </a:t>
            </a:r>
            <a:endParaRPr lang="en-US" sz="6000"/>
          </a:p>
        </p:txBody>
      </p:sp>
    </p:spTree>
    <p:extLst>
      <p:ext uri="{BB962C8B-B14F-4D97-AF65-F5344CB8AC3E}">
        <p14:creationId xmlns:p14="http://schemas.microsoft.com/office/powerpoint/2010/main" val="2997280795"/>
      </p:ext>
    </p:extLst>
  </p:cSld>
  <p:clrMapOvr>
    <a:masterClrMapping/>
  </p:clrMapOvr>
</p:sld>
</file>

<file path=ppt/theme/theme1.xml><?xml version="1.0" encoding="utf-8"?>
<a:theme xmlns:a="http://schemas.openxmlformats.org/drawingml/2006/main" name="McMaster Title and Closing Slides">
  <a:themeElements>
    <a:clrScheme name="McMaster Colours PPTx 2024">
      <a:dk1>
        <a:srgbClr val="0F0F0F"/>
      </a:dk1>
      <a:lt1>
        <a:srgbClr val="FFFFFF"/>
      </a:lt1>
      <a:dk2>
        <a:srgbClr val="FFFFFF"/>
      </a:dk2>
      <a:lt2>
        <a:srgbClr val="FFFFFF"/>
      </a:lt2>
      <a:accent1>
        <a:srgbClr val="79003C"/>
      </a:accent1>
      <a:accent2>
        <a:srgbClr val="FDBF57"/>
      </a:accent2>
      <a:accent3>
        <a:srgbClr val="495965"/>
      </a:accent3>
      <a:accent4>
        <a:srgbClr val="CC99CC"/>
      </a:accent4>
      <a:accent5>
        <a:srgbClr val="0D5D78"/>
      </a:accent5>
      <a:accent6>
        <a:srgbClr val="000000"/>
      </a:accent6>
      <a:hlink>
        <a:srgbClr val="79003C"/>
      </a:hlink>
      <a:folHlink>
        <a:srgbClr val="2A0014"/>
      </a:folHlink>
    </a:clrScheme>
    <a:fontScheme name="McMaster Fonts PPTx 2024">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cMaster Main Slides - White">
  <a:themeElements>
    <a:clrScheme name="McMaster Colours PPTx 2024">
      <a:dk1>
        <a:srgbClr val="0F0F0F"/>
      </a:dk1>
      <a:lt1>
        <a:srgbClr val="FFFFFF"/>
      </a:lt1>
      <a:dk2>
        <a:srgbClr val="FFFFFF"/>
      </a:dk2>
      <a:lt2>
        <a:srgbClr val="FFFFFF"/>
      </a:lt2>
      <a:accent1>
        <a:srgbClr val="79003C"/>
      </a:accent1>
      <a:accent2>
        <a:srgbClr val="FDBF57"/>
      </a:accent2>
      <a:accent3>
        <a:srgbClr val="495965"/>
      </a:accent3>
      <a:accent4>
        <a:srgbClr val="CC99CC"/>
      </a:accent4>
      <a:accent5>
        <a:srgbClr val="0D5D78"/>
      </a:accent5>
      <a:accent6>
        <a:srgbClr val="000000"/>
      </a:accent6>
      <a:hlink>
        <a:srgbClr val="79003C"/>
      </a:hlink>
      <a:folHlink>
        <a:srgbClr val="2A0014"/>
      </a:folHlink>
    </a:clrScheme>
    <a:fontScheme name="McMaster Fonts PPTx 2024">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McMaster Main Slides - Maroon">
  <a:themeElements>
    <a:clrScheme name="McMaster Colours PPTx 2024">
      <a:dk1>
        <a:srgbClr val="0F0F0F"/>
      </a:dk1>
      <a:lt1>
        <a:srgbClr val="FFFFFF"/>
      </a:lt1>
      <a:dk2>
        <a:srgbClr val="FFFFFF"/>
      </a:dk2>
      <a:lt2>
        <a:srgbClr val="FFFFFF"/>
      </a:lt2>
      <a:accent1>
        <a:srgbClr val="79003C"/>
      </a:accent1>
      <a:accent2>
        <a:srgbClr val="FDBF57"/>
      </a:accent2>
      <a:accent3>
        <a:srgbClr val="495965"/>
      </a:accent3>
      <a:accent4>
        <a:srgbClr val="CC99CC"/>
      </a:accent4>
      <a:accent5>
        <a:srgbClr val="0D5D78"/>
      </a:accent5>
      <a:accent6>
        <a:srgbClr val="000000"/>
      </a:accent6>
      <a:hlink>
        <a:srgbClr val="79003C"/>
      </a:hlink>
      <a:folHlink>
        <a:srgbClr val="2A0014"/>
      </a:folHlink>
    </a:clrScheme>
    <a:fontScheme name="McMaster Fonts PPTx 2024">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6D9A5751D9A2E49B9F24DFA847B1601" ma:contentTypeVersion="12" ma:contentTypeDescription="Create a new document." ma:contentTypeScope="" ma:versionID="e8b99a8cc7ef0854c57e6f61d242620d">
  <xsd:schema xmlns:xsd="http://www.w3.org/2001/XMLSchema" xmlns:xs="http://www.w3.org/2001/XMLSchema" xmlns:p="http://schemas.microsoft.com/office/2006/metadata/properties" xmlns:ns2="a051eaed-011c-4742-885f-bb6a246d4601" xmlns:ns3="41d2af9a-fbc0-4d9d-b218-cb898c57fe95" targetNamespace="http://schemas.microsoft.com/office/2006/metadata/properties" ma:root="true" ma:fieldsID="94d4ab3393ffe1822def50f0f09ccc00" ns2:_="" ns3:_="">
    <xsd:import namespace="a051eaed-011c-4742-885f-bb6a246d4601"/>
    <xsd:import namespace="41d2af9a-fbc0-4d9d-b218-cb898c57fe9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51eaed-011c-4742-885f-bb6a246d46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073764d-e844-48d8-8cbc-d63b9d95286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1d2af9a-fbc0-4d9d-b218-cb898c57fe9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de50b7b-afc7-41c1-aa59-77dd63e3a1a3}" ma:internalName="TaxCatchAll" ma:showField="CatchAllData" ma:web="41d2af9a-fbc0-4d9d-b218-cb898c57fe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051eaed-011c-4742-885f-bb6a246d4601">
      <Terms xmlns="http://schemas.microsoft.com/office/infopath/2007/PartnerControls"/>
    </lcf76f155ced4ddcb4097134ff3c332f>
    <TaxCatchAll xmlns="41d2af9a-fbc0-4d9d-b218-cb898c57fe95" xsi:nil="true"/>
  </documentManagement>
</p:properties>
</file>

<file path=customXml/itemProps1.xml><?xml version="1.0" encoding="utf-8"?>
<ds:datastoreItem xmlns:ds="http://schemas.openxmlformats.org/officeDocument/2006/customXml" ds:itemID="{F63510A0-C277-4893-B23F-AEEC4A5CBF24}">
  <ds:schemaRefs>
    <ds:schemaRef ds:uri="41d2af9a-fbc0-4d9d-b218-cb898c57fe95"/>
    <ds:schemaRef ds:uri="a051eaed-011c-4742-885f-bb6a246d460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28C2D47-8966-498E-811F-A1F66EDD0AA6}">
  <ds:schemaRefs>
    <ds:schemaRef ds:uri="http://schemas.microsoft.com/sharepoint/v3/contenttype/forms"/>
  </ds:schemaRefs>
</ds:datastoreItem>
</file>

<file path=customXml/itemProps3.xml><?xml version="1.0" encoding="utf-8"?>
<ds:datastoreItem xmlns:ds="http://schemas.openxmlformats.org/officeDocument/2006/customXml" ds:itemID="{B61FCE0B-163E-4885-9228-6F21EEAE8497}">
  <ds:schemaRefs>
    <ds:schemaRef ds:uri="http://schemas.openxmlformats.org/package/2006/metadata/core-properties"/>
    <ds:schemaRef ds:uri="http://schemas.microsoft.com/office/infopath/2007/PartnerControls"/>
    <ds:schemaRef ds:uri="http://purl.org/dc/elements/1.1/"/>
    <ds:schemaRef ds:uri="41d2af9a-fbc0-4d9d-b218-cb898c57fe95"/>
    <ds:schemaRef ds:uri="http://purl.org/dc/dcmitype/"/>
    <ds:schemaRef ds:uri="http://schemas.microsoft.com/office/2006/documentManagement/types"/>
    <ds:schemaRef ds:uri="http://purl.org/dc/terms/"/>
    <ds:schemaRef ds:uri="a051eaed-011c-4742-885f-bb6a246d4601"/>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1119</Words>
  <Application>Microsoft Office PowerPoint</Application>
  <PresentationFormat>Custom</PresentationFormat>
  <Paragraphs>192</Paragraphs>
  <Slides>16</Slides>
  <Notes>10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16</vt:i4>
      </vt:variant>
    </vt:vector>
  </HeadingPairs>
  <TitlesOfParts>
    <vt:vector size="23" baseType="lpstr">
      <vt:lpstr>Aptos</vt:lpstr>
      <vt:lpstr>Arial</vt:lpstr>
      <vt:lpstr>Calibri</vt:lpstr>
      <vt:lpstr>Poppins</vt:lpstr>
      <vt:lpstr>McMaster Title and Closing Slides</vt:lpstr>
      <vt:lpstr>McMaster Main Slides - White</vt:lpstr>
      <vt:lpstr>McMaster Main Slides - Maroon</vt:lpstr>
      <vt:lpstr>SCEMAS Platform</vt:lpstr>
      <vt:lpstr>Key Problems our Platform Addresses</vt:lpstr>
      <vt:lpstr>Viewpoints</vt:lpstr>
      <vt:lpstr>Key Requirements</vt:lpstr>
      <vt:lpstr>PowerPoint Presentation</vt:lpstr>
      <vt:lpstr>Key Requirements</vt:lpstr>
      <vt:lpstr>System Architecture</vt:lpstr>
      <vt:lpstr>System Architecture Diagram</vt:lpstr>
      <vt:lpstr>Rationale for Architecture Choices</vt:lpstr>
      <vt:lpstr>Rationale for Architecture Choices</vt:lpstr>
      <vt:lpstr>Rationale for Architecture Choices</vt:lpstr>
      <vt:lpstr>Rationale for Architecture Choices</vt:lpstr>
      <vt:lpstr>Rationale for Architecture Choices</vt:lpstr>
      <vt:lpstr>Analysis Class Diagram</vt:lpstr>
      <vt:lpstr>PowerPoint Presentation</vt:lpstr>
      <vt:lpstr>Moving onto the live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McMaster Brand PowerPoint Template</dc:title>
  <dc:creator>Blackwood, Jessica</dc:creator>
  <cp:lastModifiedBy>Tridib Banik</cp:lastModifiedBy>
  <cp:revision>2</cp:revision>
  <dcterms:created xsi:type="dcterms:W3CDTF">2024-04-26T03:09:02Z</dcterms:created>
  <dcterms:modified xsi:type="dcterms:W3CDTF">2026-04-12T18:15:10Z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0x01010066D9A5751D9A2E49B9F24DFA847B1601</vt:lpwstr>
  </property>
  <property fmtid="{D5CDD505-2E9C-101B-9397-08002B2CF9AE}" pid="3" name="MediaServiceImageTags">
    <vt:lpwstr/>
  </property>
</Properties>
</file>